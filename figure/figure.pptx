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0" r:id="rId4"/>
    <p:sldId id="262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6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D0637-8337-4D12-9163-949BCF6BDFE4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27E300-C6FF-441E-8F55-DBE7FA8A5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809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27E300-C6FF-441E-8F55-DBE7FA8A5F3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605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E4DDAE-B035-DB0D-4E4A-A5DCFA3C2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F0B6F6-A34F-3F81-277A-70786AA5B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17C6DE-C514-32D4-2722-9C85F4093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B3AA6-3329-4033-B74C-09DD8C542CD8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50679D-3FAD-C9F4-2043-89E65FC2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EE3E80-BD09-7409-ECDE-B08047C4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49D81-20D9-4711-98A2-9FEBCCEDF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11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654EE-7EE9-A009-307F-56890370E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3EEBB9-6189-DFC3-64E1-AF45A0F16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48596F-6A74-3DC4-C704-EAD40B78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B3AA6-3329-4033-B74C-09DD8C542CD8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DE8F65-BFED-6771-4D8F-30989BCFA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AB370B-C292-66F6-F9D5-C4D1BB104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49D81-20D9-4711-98A2-9FEBCCEDF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541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CB2AF-2154-7152-0148-43223CEDF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FF91EE-3368-0BF1-234C-4A7D113C3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2C0D37-4A1F-F1C8-A889-73DD101E2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B3AA6-3329-4033-B74C-09DD8C542CD8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1587D5-6E83-B1AF-8411-D478D7364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1ADED8-B895-E07D-DC3B-0D57DA5BB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49D81-20D9-4711-98A2-9FEBCCEDF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388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FDB747-EB92-914D-0F9B-4F33D6C6F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1C5A9F-3ADA-E95E-FB61-B80DDB31E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7BB19E-0DD9-9B50-9234-C3DF935A5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879B9C-DD34-BCC3-4A98-23BC2867E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B3AA6-3329-4033-B74C-09DD8C542CD8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EE816E-A36B-6E40-3B5C-B95C747B6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B96332-D4FA-1229-87D0-BEF1D0E27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49D81-20D9-4711-98A2-9FEBCCEDF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674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07ACFF-DD5B-DEDD-B3F0-9A5C42995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E9E63E-56E8-D6F7-4ACC-A98781D80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F489D4-A15D-69ED-2A54-4B088FD2D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8E6A8A-C739-3B1D-7118-00EB0C2D43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2D19181-8982-061D-F3AB-AA2B20EF6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C0B54F-EAE9-A201-344F-372584A2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B3AA6-3329-4033-B74C-09DD8C542CD8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363AF7C-E850-3DEB-A41B-E667F21CF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A5A3F4E-AC5E-9554-A8F9-438FEE45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49D81-20D9-4711-98A2-9FEBCCEDF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602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F92F3-8294-BC80-04A6-1D0FE2975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7425FC-62D4-C089-7854-4919C5BE7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B3AA6-3329-4033-B74C-09DD8C542CD8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A83C80-78FF-34B7-DDD4-B827856D8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F6A614-523F-6B9D-3651-E69D5B7D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49D81-20D9-4711-98A2-9FEBCCEDF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14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1FFB92-5BDB-1254-2CE5-313B82DDD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B3AA6-3329-4033-B74C-09DD8C542CD8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384D16-DA6C-4C68-2371-0705432F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010230-5FC9-AAA3-5AB4-39A32980D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49D81-20D9-4711-98A2-9FEBCCEDF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8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117A71-9BC3-4976-16B3-B3CBADD9B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8AFD6A-7725-E1D4-5F1B-DA26F1A69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76BA5E-B349-6B3C-5080-0324EF2BD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678416-EAE2-0052-D6BE-A9D815185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B3AA6-3329-4033-B74C-09DD8C542CD8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8862AC-F6FF-1F7C-0593-8FC34C678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C42116-894A-73DF-F6F4-7AAFC102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49D81-20D9-4711-98A2-9FEBCCEDF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61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FD719-6AC4-5C10-92BF-57F803855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5A2BBC7-691A-F493-3735-541E652639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B6BECA-F5BA-F6E5-4C58-D01AFD10E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52C527-42C8-EBD4-B4F5-175C3EF29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B3AA6-3329-4033-B74C-09DD8C542CD8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3559A1-07CA-71D1-0F08-F3E0839EA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E6EE58-C64F-3DCD-2208-518D848A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49D81-20D9-4711-98A2-9FEBCCEDF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213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475172-CEC8-91B7-8B69-D725D6ED6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4ACF27-7649-7340-72E3-7E4A8D24C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654D6C-FCCA-AA1F-D87A-BFCE5CED9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B3AA6-3329-4033-B74C-09DD8C542CD8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E8D96C-D258-1A32-63EE-2CD60745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11CAB-069E-86DF-21F4-597D3F6F6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49D81-20D9-4711-98A2-9FEBCCEDF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07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7E6BE12-2B5B-E016-154D-B23C24071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CB4D7D-AB49-89F6-539D-EB87D289A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5958B9-E7AF-6DFD-B653-6A02D3448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B3AA6-3329-4033-B74C-09DD8C542CD8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2FA61F-0EAF-9E72-4024-BED3EFFC0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6126A6-E27C-90A1-2616-62534253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49D81-20D9-4711-98A2-9FEBCCEDF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518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96757C4-2024-F187-888F-1888375BB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D32EF3-B0A8-AB0C-70DB-AE05C627E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46FCAA-450A-FD83-B1AC-0D021F803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B3AA6-3329-4033-B74C-09DD8C542CD8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81B8E-28B0-AC31-762A-FF0DBA6C6E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B9104D-4651-0166-0EC5-24761FAED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49D81-20D9-4711-98A2-9FEBCCEDF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06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3DA8D7A9-11C1-C6CB-4877-735DAE709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14" y="1179345"/>
            <a:ext cx="11373819" cy="449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127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7492DCE7-0BD6-F7CB-6E94-66978A149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678" y="0"/>
            <a:ext cx="100186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480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F1EF1D9-F016-2AB7-EA0B-5124B405E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93" y="0"/>
            <a:ext cx="111428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60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E9835F28-484E-4E97-CC3C-22D37F21E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287699" cy="423413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3FB57F5-3F55-6889-9105-1BB7C9745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229470"/>
            <a:ext cx="5582653" cy="264758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D38D6E8-1B3C-A521-B96F-E40E9DEAC0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048" y="164181"/>
            <a:ext cx="2362200" cy="249555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8797C4A-314B-9D0E-B9F0-686E4C1ACC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8430" y="164181"/>
            <a:ext cx="1930400" cy="249555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266E6202-795D-74A8-298C-63304ABE20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4044" y="3941273"/>
            <a:ext cx="2149925" cy="2779344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98D77D75-85A9-882E-B358-7FAC2F4C18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5361" y="3941273"/>
            <a:ext cx="3667438" cy="266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278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1380</TotalTime>
  <Words>1</Words>
  <Application>Microsoft Office PowerPoint</Application>
  <PresentationFormat>宽屏</PresentationFormat>
  <Paragraphs>1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启昌 魏</dc:creator>
  <cp:lastModifiedBy>启昌 魏</cp:lastModifiedBy>
  <cp:revision>5</cp:revision>
  <dcterms:created xsi:type="dcterms:W3CDTF">2025-11-20T01:29:13Z</dcterms:created>
  <dcterms:modified xsi:type="dcterms:W3CDTF">2025-11-21T00:29:29Z</dcterms:modified>
</cp:coreProperties>
</file>