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135" r:id="rId2"/>
    <p:sldId id="4742" r:id="rId3"/>
    <p:sldId id="4743" r:id="rId4"/>
    <p:sldId id="4744" r:id="rId5"/>
    <p:sldId id="4746" r:id="rId6"/>
    <p:sldId id="4747" r:id="rId7"/>
    <p:sldId id="2705" r:id="rId8"/>
    <p:sldId id="474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5168" autoAdjust="0"/>
  </p:normalViewPr>
  <p:slideViewPr>
    <p:cSldViewPr snapToGrid="0">
      <p:cViewPr varScale="1">
        <p:scale>
          <a:sx n="99" d="100"/>
          <a:sy n="99" d="100"/>
        </p:scale>
        <p:origin x="3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6094D-174C-4B5D-B31A-E1DBB261053B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DB2DB-5A33-4851-913C-EFFD25E1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2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0027-894B-6DDA-E830-392D50A9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8D01C1-0745-B60B-91B7-8E2D61EDA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D40F80-4BA6-7067-13F4-A5AE3EF16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955996-493A-CC0D-2CCF-7C9D5DDA3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CED18-F6C3-4457-B941-42500F2A01D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087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91D9-8F0B-3057-FC28-515D4A07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BC3206-6351-86BE-E8EF-67A45D78D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1BAE9B-B96E-F912-AC27-AEC124B2A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F07AAE-E02D-ED17-8995-40410C6A5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CED18-F6C3-4457-B941-42500F2A01D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08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76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C134C3B-95DA-430F-83A3-8946F60FC4A2}"/>
              </a:ext>
            </a:extLst>
          </p:cNvPr>
          <p:cNvGrpSpPr/>
          <p:nvPr userDrawn="1"/>
        </p:nvGrpSpPr>
        <p:grpSpPr>
          <a:xfrm>
            <a:off x="9672435" y="442358"/>
            <a:ext cx="2032276" cy="348050"/>
            <a:chOff x="1487488" y="2636838"/>
            <a:chExt cx="9213850" cy="157797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8B54AD1-8460-47C7-A43E-2BDBB54DC3D5}"/>
                </a:ext>
              </a:extLst>
            </p:cNvPr>
            <p:cNvGrpSpPr/>
            <p:nvPr/>
          </p:nvGrpSpPr>
          <p:grpSpPr>
            <a:xfrm>
              <a:off x="1487488" y="2636838"/>
              <a:ext cx="3154363" cy="1577975"/>
              <a:chOff x="1487488" y="2636838"/>
              <a:chExt cx="3154363" cy="1577975"/>
            </a:xfrm>
            <a:gradFill>
              <a:gsLst>
                <a:gs pos="0">
                  <a:srgbClr val="2A719D"/>
                </a:gs>
                <a:gs pos="100000">
                  <a:srgbClr val="23A09C"/>
                </a:gs>
              </a:gsLst>
              <a:lin ang="0" scaled="0"/>
            </a:gradFill>
          </p:grpSpPr>
          <p:sp>
            <p:nvSpPr>
              <p:cNvPr id="30" name="Freeform 53">
                <a:extLst>
                  <a:ext uri="{FF2B5EF4-FFF2-40B4-BE49-F238E27FC236}">
                    <a16:creationId xmlns:a16="http://schemas.microsoft.com/office/drawing/2014/main" id="{BC601C85-1428-4038-AFF3-942063841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2636838"/>
                <a:ext cx="1447800" cy="425450"/>
              </a:xfrm>
              <a:custGeom>
                <a:avLst/>
                <a:gdLst>
                  <a:gd name="T0" fmla="*/ 0 w 517"/>
                  <a:gd name="T1" fmla="*/ 0 h 151"/>
                  <a:gd name="T2" fmla="*/ 268 w 517"/>
                  <a:gd name="T3" fmla="*/ 0 h 151"/>
                  <a:gd name="T4" fmla="*/ 517 w 517"/>
                  <a:gd name="T5" fmla="*/ 151 h 151"/>
                  <a:gd name="T6" fmla="*/ 0 w 517"/>
                  <a:gd name="T7" fmla="*/ 151 h 151"/>
                  <a:gd name="T8" fmla="*/ 0 w 517"/>
                  <a:gd name="T9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0"/>
                    </a:moveTo>
                    <a:cubicBezTo>
                      <a:pt x="268" y="0"/>
                      <a:pt x="268" y="0"/>
                      <a:pt x="268" y="0"/>
                    </a:cubicBezTo>
                    <a:cubicBezTo>
                      <a:pt x="376" y="0"/>
                      <a:pt x="470" y="61"/>
                      <a:pt x="517" y="151"/>
                    </a:cubicBezTo>
                    <a:cubicBezTo>
                      <a:pt x="0" y="151"/>
                      <a:pt x="0" y="151"/>
                      <a:pt x="0" y="1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54">
                <a:extLst>
                  <a:ext uri="{FF2B5EF4-FFF2-40B4-BE49-F238E27FC236}">
                    <a16:creationId xmlns:a16="http://schemas.microsoft.com/office/drawing/2014/main" id="{D0770105-04FD-48A7-8076-C561AC7F3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802063"/>
                <a:ext cx="1439863" cy="412750"/>
              </a:xfrm>
              <a:custGeom>
                <a:avLst/>
                <a:gdLst>
                  <a:gd name="T0" fmla="*/ 268 w 514"/>
                  <a:gd name="T1" fmla="*/ 147 h 147"/>
                  <a:gd name="T2" fmla="*/ 0 w 514"/>
                  <a:gd name="T3" fmla="*/ 147 h 147"/>
                  <a:gd name="T4" fmla="*/ 0 w 514"/>
                  <a:gd name="T5" fmla="*/ 0 h 147"/>
                  <a:gd name="T6" fmla="*/ 514 w 514"/>
                  <a:gd name="T7" fmla="*/ 0 h 147"/>
                  <a:gd name="T8" fmla="*/ 268 w 514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" h="147">
                    <a:moveTo>
                      <a:pt x="268" y="147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14" y="0"/>
                      <a:pt x="514" y="0"/>
                      <a:pt x="514" y="0"/>
                    </a:cubicBezTo>
                    <a:cubicBezTo>
                      <a:pt x="467" y="88"/>
                      <a:pt x="374" y="147"/>
                      <a:pt x="268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Freeform 55">
                <a:extLst>
                  <a:ext uri="{FF2B5EF4-FFF2-40B4-BE49-F238E27FC236}">
                    <a16:creationId xmlns:a16="http://schemas.microsoft.com/office/drawing/2014/main" id="{3B17F2DB-65DF-48EB-9175-90608A5D6C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241676"/>
                <a:ext cx="1535113" cy="382588"/>
              </a:xfrm>
              <a:custGeom>
                <a:avLst/>
                <a:gdLst>
                  <a:gd name="T0" fmla="*/ 548 w 548"/>
                  <a:gd name="T1" fmla="*/ 65 h 136"/>
                  <a:gd name="T2" fmla="*/ 539 w 548"/>
                  <a:gd name="T3" fmla="*/ 136 h 136"/>
                  <a:gd name="T4" fmla="*/ 0 w 548"/>
                  <a:gd name="T5" fmla="*/ 136 h 136"/>
                  <a:gd name="T6" fmla="*/ 0 w 548"/>
                  <a:gd name="T7" fmla="*/ 0 h 136"/>
                  <a:gd name="T8" fmla="*/ 540 w 548"/>
                  <a:gd name="T9" fmla="*/ 0 h 136"/>
                  <a:gd name="T10" fmla="*/ 548 w 548"/>
                  <a:gd name="T11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36">
                    <a:moveTo>
                      <a:pt x="548" y="65"/>
                    </a:moveTo>
                    <a:cubicBezTo>
                      <a:pt x="548" y="90"/>
                      <a:pt x="545" y="114"/>
                      <a:pt x="539" y="136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40" y="0"/>
                      <a:pt x="540" y="0"/>
                      <a:pt x="540" y="0"/>
                    </a:cubicBezTo>
                    <a:cubicBezTo>
                      <a:pt x="545" y="21"/>
                      <a:pt x="548" y="43"/>
                      <a:pt x="548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56">
                <a:extLst>
                  <a:ext uri="{FF2B5EF4-FFF2-40B4-BE49-F238E27FC236}">
                    <a16:creationId xmlns:a16="http://schemas.microsoft.com/office/drawing/2014/main" id="{16AFA149-3D9A-4A32-B381-165829209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3241676"/>
                <a:ext cx="603250" cy="382588"/>
              </a:xfrm>
              <a:custGeom>
                <a:avLst/>
                <a:gdLst>
                  <a:gd name="T0" fmla="*/ 0 w 215"/>
                  <a:gd name="T1" fmla="*/ 65 h 136"/>
                  <a:gd name="T2" fmla="*/ 0 w 215"/>
                  <a:gd name="T3" fmla="*/ 65 h 136"/>
                  <a:gd name="T4" fmla="*/ 8 w 215"/>
                  <a:gd name="T5" fmla="*/ 0 h 136"/>
                  <a:gd name="T6" fmla="*/ 215 w 215"/>
                  <a:gd name="T7" fmla="*/ 0 h 136"/>
                  <a:gd name="T8" fmla="*/ 207 w 215"/>
                  <a:gd name="T9" fmla="*/ 72 h 136"/>
                  <a:gd name="T10" fmla="*/ 213 w 215"/>
                  <a:gd name="T11" fmla="*/ 136 h 136"/>
                  <a:gd name="T12" fmla="*/ 9 w 215"/>
                  <a:gd name="T13" fmla="*/ 136 h 136"/>
                  <a:gd name="T14" fmla="*/ 0 w 215"/>
                  <a:gd name="T15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36">
                    <a:moveTo>
                      <a:pt x="0" y="65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43"/>
                      <a:pt x="3" y="21"/>
                      <a:pt x="8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10" y="23"/>
                      <a:pt x="207" y="47"/>
                      <a:pt x="207" y="72"/>
                    </a:cubicBezTo>
                    <a:cubicBezTo>
                      <a:pt x="207" y="94"/>
                      <a:pt x="209" y="116"/>
                      <a:pt x="213" y="136"/>
                    </a:cubicBezTo>
                    <a:cubicBezTo>
                      <a:pt x="9" y="136"/>
                      <a:pt x="9" y="136"/>
                      <a:pt x="9" y="136"/>
                    </a:cubicBezTo>
                    <a:cubicBezTo>
                      <a:pt x="4" y="114"/>
                      <a:pt x="0" y="90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Freeform 57">
                <a:extLst>
                  <a:ext uri="{FF2B5EF4-FFF2-40B4-BE49-F238E27FC236}">
                    <a16:creationId xmlns:a16="http://schemas.microsoft.com/office/drawing/2014/main" id="{CA878378-1A8A-4572-99C7-BB9E7F327D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813" y="3802063"/>
                <a:ext cx="1443038" cy="412750"/>
              </a:xfrm>
              <a:custGeom>
                <a:avLst/>
                <a:gdLst>
                  <a:gd name="T0" fmla="*/ 515 w 515"/>
                  <a:gd name="T1" fmla="*/ 147 h 147"/>
                  <a:gd name="T2" fmla="*/ 247 w 515"/>
                  <a:gd name="T3" fmla="*/ 147 h 147"/>
                  <a:gd name="T4" fmla="*/ 0 w 515"/>
                  <a:gd name="T5" fmla="*/ 0 h 147"/>
                  <a:gd name="T6" fmla="*/ 515 w 515"/>
                  <a:gd name="T7" fmla="*/ 0 h 147"/>
                  <a:gd name="T8" fmla="*/ 515 w 515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5" h="147">
                    <a:moveTo>
                      <a:pt x="515" y="147"/>
                    </a:moveTo>
                    <a:cubicBezTo>
                      <a:pt x="247" y="147"/>
                      <a:pt x="247" y="147"/>
                      <a:pt x="247" y="147"/>
                    </a:cubicBezTo>
                    <a:cubicBezTo>
                      <a:pt x="141" y="147"/>
                      <a:pt x="48" y="88"/>
                      <a:pt x="0" y="0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15" y="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Freeform 58">
                <a:extLst>
                  <a:ext uri="{FF2B5EF4-FFF2-40B4-BE49-F238E27FC236}">
                    <a16:creationId xmlns:a16="http://schemas.microsoft.com/office/drawing/2014/main" id="{3B382BA9-9CEB-4F8C-89E2-27C267327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1" y="2636838"/>
                <a:ext cx="1447800" cy="425450"/>
              </a:xfrm>
              <a:custGeom>
                <a:avLst/>
                <a:gdLst>
                  <a:gd name="T0" fmla="*/ 0 w 517"/>
                  <a:gd name="T1" fmla="*/ 151 h 151"/>
                  <a:gd name="T2" fmla="*/ 249 w 517"/>
                  <a:gd name="T3" fmla="*/ 0 h 151"/>
                  <a:gd name="T4" fmla="*/ 517 w 517"/>
                  <a:gd name="T5" fmla="*/ 0 h 151"/>
                  <a:gd name="T6" fmla="*/ 517 w 517"/>
                  <a:gd name="T7" fmla="*/ 151 h 151"/>
                  <a:gd name="T8" fmla="*/ 0 w 517"/>
                  <a:gd name="T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151"/>
                    </a:moveTo>
                    <a:cubicBezTo>
                      <a:pt x="47" y="61"/>
                      <a:pt x="141" y="0"/>
                      <a:pt x="249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151"/>
                      <a:pt x="517" y="151"/>
                      <a:pt x="517" y="151"/>
                    </a:cubicBezTo>
                    <a:lnTo>
                      <a:pt x="0" y="1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" name="Freeform 59">
              <a:extLst>
                <a:ext uri="{FF2B5EF4-FFF2-40B4-BE49-F238E27FC236}">
                  <a16:creationId xmlns:a16="http://schemas.microsoft.com/office/drawing/2014/main" id="{AB3E2D98-F32B-40A7-9BA7-7AB395363B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2388" y="2716213"/>
              <a:ext cx="784225" cy="731838"/>
            </a:xfrm>
            <a:custGeom>
              <a:avLst/>
              <a:gdLst>
                <a:gd name="T0" fmla="*/ 41 w 494"/>
                <a:gd name="T1" fmla="*/ 422 h 461"/>
                <a:gd name="T2" fmla="*/ 41 w 494"/>
                <a:gd name="T3" fmla="*/ 117 h 461"/>
                <a:gd name="T4" fmla="*/ 215 w 494"/>
                <a:gd name="T5" fmla="*/ 117 h 461"/>
                <a:gd name="T6" fmla="*/ 215 w 494"/>
                <a:gd name="T7" fmla="*/ 72 h 461"/>
                <a:gd name="T8" fmla="*/ 9 w 494"/>
                <a:gd name="T9" fmla="*/ 72 h 461"/>
                <a:gd name="T10" fmla="*/ 9 w 494"/>
                <a:gd name="T11" fmla="*/ 35 h 461"/>
                <a:gd name="T12" fmla="*/ 215 w 494"/>
                <a:gd name="T13" fmla="*/ 35 h 461"/>
                <a:gd name="T14" fmla="*/ 215 w 494"/>
                <a:gd name="T15" fmla="*/ 0 h 461"/>
                <a:gd name="T16" fmla="*/ 279 w 494"/>
                <a:gd name="T17" fmla="*/ 0 h 461"/>
                <a:gd name="T18" fmla="*/ 279 w 494"/>
                <a:gd name="T19" fmla="*/ 35 h 461"/>
                <a:gd name="T20" fmla="*/ 485 w 494"/>
                <a:gd name="T21" fmla="*/ 35 h 461"/>
                <a:gd name="T22" fmla="*/ 485 w 494"/>
                <a:gd name="T23" fmla="*/ 72 h 461"/>
                <a:gd name="T24" fmla="*/ 279 w 494"/>
                <a:gd name="T25" fmla="*/ 72 h 461"/>
                <a:gd name="T26" fmla="*/ 279 w 494"/>
                <a:gd name="T27" fmla="*/ 117 h 461"/>
                <a:gd name="T28" fmla="*/ 452 w 494"/>
                <a:gd name="T29" fmla="*/ 117 h 461"/>
                <a:gd name="T30" fmla="*/ 452 w 494"/>
                <a:gd name="T31" fmla="*/ 422 h 461"/>
                <a:gd name="T32" fmla="*/ 494 w 494"/>
                <a:gd name="T33" fmla="*/ 422 h 461"/>
                <a:gd name="T34" fmla="*/ 494 w 494"/>
                <a:gd name="T35" fmla="*/ 461 h 461"/>
                <a:gd name="T36" fmla="*/ 0 w 494"/>
                <a:gd name="T37" fmla="*/ 461 h 461"/>
                <a:gd name="T38" fmla="*/ 0 w 494"/>
                <a:gd name="T39" fmla="*/ 422 h 461"/>
                <a:gd name="T40" fmla="*/ 41 w 494"/>
                <a:gd name="T41" fmla="*/ 422 h 461"/>
                <a:gd name="T42" fmla="*/ 388 w 494"/>
                <a:gd name="T43" fmla="*/ 193 h 461"/>
                <a:gd name="T44" fmla="*/ 388 w 494"/>
                <a:gd name="T45" fmla="*/ 154 h 461"/>
                <a:gd name="T46" fmla="*/ 106 w 494"/>
                <a:gd name="T47" fmla="*/ 154 h 461"/>
                <a:gd name="T48" fmla="*/ 106 w 494"/>
                <a:gd name="T49" fmla="*/ 193 h 461"/>
                <a:gd name="T50" fmla="*/ 388 w 494"/>
                <a:gd name="T51" fmla="*/ 193 h 461"/>
                <a:gd name="T52" fmla="*/ 388 w 494"/>
                <a:gd name="T53" fmla="*/ 269 h 461"/>
                <a:gd name="T54" fmla="*/ 388 w 494"/>
                <a:gd name="T55" fmla="*/ 232 h 461"/>
                <a:gd name="T56" fmla="*/ 106 w 494"/>
                <a:gd name="T57" fmla="*/ 232 h 461"/>
                <a:gd name="T58" fmla="*/ 106 w 494"/>
                <a:gd name="T59" fmla="*/ 269 h 461"/>
                <a:gd name="T60" fmla="*/ 388 w 494"/>
                <a:gd name="T61" fmla="*/ 269 h 461"/>
                <a:gd name="T62" fmla="*/ 388 w 494"/>
                <a:gd name="T63" fmla="*/ 345 h 461"/>
                <a:gd name="T64" fmla="*/ 388 w 494"/>
                <a:gd name="T65" fmla="*/ 306 h 461"/>
                <a:gd name="T66" fmla="*/ 106 w 494"/>
                <a:gd name="T67" fmla="*/ 306 h 461"/>
                <a:gd name="T68" fmla="*/ 106 w 494"/>
                <a:gd name="T69" fmla="*/ 345 h 461"/>
                <a:gd name="T70" fmla="*/ 388 w 494"/>
                <a:gd name="T71" fmla="*/ 345 h 461"/>
                <a:gd name="T72" fmla="*/ 388 w 494"/>
                <a:gd name="T73" fmla="*/ 422 h 461"/>
                <a:gd name="T74" fmla="*/ 388 w 494"/>
                <a:gd name="T75" fmla="*/ 384 h 461"/>
                <a:gd name="T76" fmla="*/ 106 w 494"/>
                <a:gd name="T77" fmla="*/ 384 h 461"/>
                <a:gd name="T78" fmla="*/ 106 w 494"/>
                <a:gd name="T79" fmla="*/ 422 h 461"/>
                <a:gd name="T80" fmla="*/ 388 w 494"/>
                <a:gd name="T81" fmla="*/ 422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4" h="461">
                  <a:moveTo>
                    <a:pt x="41" y="422"/>
                  </a:moveTo>
                  <a:lnTo>
                    <a:pt x="41" y="117"/>
                  </a:lnTo>
                  <a:lnTo>
                    <a:pt x="215" y="117"/>
                  </a:lnTo>
                  <a:lnTo>
                    <a:pt x="215" y="72"/>
                  </a:lnTo>
                  <a:lnTo>
                    <a:pt x="9" y="72"/>
                  </a:lnTo>
                  <a:lnTo>
                    <a:pt x="9" y="35"/>
                  </a:lnTo>
                  <a:lnTo>
                    <a:pt x="215" y="35"/>
                  </a:lnTo>
                  <a:lnTo>
                    <a:pt x="215" y="0"/>
                  </a:lnTo>
                  <a:lnTo>
                    <a:pt x="279" y="0"/>
                  </a:lnTo>
                  <a:lnTo>
                    <a:pt x="279" y="35"/>
                  </a:lnTo>
                  <a:lnTo>
                    <a:pt x="485" y="35"/>
                  </a:lnTo>
                  <a:lnTo>
                    <a:pt x="485" y="72"/>
                  </a:lnTo>
                  <a:lnTo>
                    <a:pt x="279" y="72"/>
                  </a:lnTo>
                  <a:lnTo>
                    <a:pt x="279" y="117"/>
                  </a:lnTo>
                  <a:lnTo>
                    <a:pt x="452" y="117"/>
                  </a:lnTo>
                  <a:lnTo>
                    <a:pt x="452" y="422"/>
                  </a:lnTo>
                  <a:lnTo>
                    <a:pt x="494" y="422"/>
                  </a:lnTo>
                  <a:lnTo>
                    <a:pt x="494" y="461"/>
                  </a:lnTo>
                  <a:lnTo>
                    <a:pt x="0" y="461"/>
                  </a:lnTo>
                  <a:lnTo>
                    <a:pt x="0" y="422"/>
                  </a:lnTo>
                  <a:lnTo>
                    <a:pt x="41" y="422"/>
                  </a:lnTo>
                  <a:close/>
                  <a:moveTo>
                    <a:pt x="388" y="193"/>
                  </a:moveTo>
                  <a:lnTo>
                    <a:pt x="388" y="154"/>
                  </a:lnTo>
                  <a:lnTo>
                    <a:pt x="106" y="154"/>
                  </a:lnTo>
                  <a:lnTo>
                    <a:pt x="106" y="193"/>
                  </a:lnTo>
                  <a:lnTo>
                    <a:pt x="388" y="193"/>
                  </a:lnTo>
                  <a:close/>
                  <a:moveTo>
                    <a:pt x="388" y="269"/>
                  </a:moveTo>
                  <a:lnTo>
                    <a:pt x="388" y="232"/>
                  </a:lnTo>
                  <a:lnTo>
                    <a:pt x="106" y="232"/>
                  </a:lnTo>
                  <a:lnTo>
                    <a:pt x="106" y="269"/>
                  </a:lnTo>
                  <a:lnTo>
                    <a:pt x="388" y="269"/>
                  </a:lnTo>
                  <a:close/>
                  <a:moveTo>
                    <a:pt x="388" y="345"/>
                  </a:moveTo>
                  <a:lnTo>
                    <a:pt x="388" y="306"/>
                  </a:lnTo>
                  <a:lnTo>
                    <a:pt x="106" y="306"/>
                  </a:lnTo>
                  <a:lnTo>
                    <a:pt x="106" y="345"/>
                  </a:lnTo>
                  <a:lnTo>
                    <a:pt x="388" y="345"/>
                  </a:lnTo>
                  <a:close/>
                  <a:moveTo>
                    <a:pt x="388" y="422"/>
                  </a:moveTo>
                  <a:lnTo>
                    <a:pt x="388" y="384"/>
                  </a:lnTo>
                  <a:lnTo>
                    <a:pt x="106" y="384"/>
                  </a:lnTo>
                  <a:lnTo>
                    <a:pt x="106" y="422"/>
                  </a:lnTo>
                  <a:lnTo>
                    <a:pt x="388" y="4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" name="Freeform 60">
              <a:extLst>
                <a:ext uri="{FF2B5EF4-FFF2-40B4-BE49-F238E27FC236}">
                  <a16:creationId xmlns:a16="http://schemas.microsoft.com/office/drawing/2014/main" id="{FB30E74F-5903-4696-B1E8-6B374CCBDD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5351" y="2706688"/>
              <a:ext cx="812800" cy="771525"/>
            </a:xfrm>
            <a:custGeom>
              <a:avLst/>
              <a:gdLst>
                <a:gd name="T0" fmla="*/ 69 w 290"/>
                <a:gd name="T1" fmla="*/ 107 h 274"/>
                <a:gd name="T2" fmla="*/ 45 w 290"/>
                <a:gd name="T3" fmla="*/ 131 h 274"/>
                <a:gd name="T4" fmla="*/ 0 w 290"/>
                <a:gd name="T5" fmla="*/ 84 h 274"/>
                <a:gd name="T6" fmla="*/ 16 w 290"/>
                <a:gd name="T7" fmla="*/ 72 h 274"/>
                <a:gd name="T8" fmla="*/ 69 w 290"/>
                <a:gd name="T9" fmla="*/ 107 h 274"/>
                <a:gd name="T10" fmla="*/ 40 w 290"/>
                <a:gd name="T11" fmla="*/ 271 h 274"/>
                <a:gd name="T12" fmla="*/ 66 w 290"/>
                <a:gd name="T13" fmla="*/ 159 h 274"/>
                <a:gd name="T14" fmla="*/ 45 w 290"/>
                <a:gd name="T15" fmla="*/ 154 h 274"/>
                <a:gd name="T16" fmla="*/ 2 w 290"/>
                <a:gd name="T17" fmla="*/ 259 h 274"/>
                <a:gd name="T18" fmla="*/ 40 w 290"/>
                <a:gd name="T19" fmla="*/ 271 h 274"/>
                <a:gd name="T20" fmla="*/ 77 w 290"/>
                <a:gd name="T21" fmla="*/ 39 h 274"/>
                <a:gd name="T22" fmla="*/ 52 w 290"/>
                <a:gd name="T23" fmla="*/ 63 h 274"/>
                <a:gd name="T24" fmla="*/ 8 w 290"/>
                <a:gd name="T25" fmla="*/ 16 h 274"/>
                <a:gd name="T26" fmla="*/ 24 w 290"/>
                <a:gd name="T27" fmla="*/ 3 h 274"/>
                <a:gd name="T28" fmla="*/ 77 w 290"/>
                <a:gd name="T29" fmla="*/ 39 h 274"/>
                <a:gd name="T30" fmla="*/ 142 w 290"/>
                <a:gd name="T31" fmla="*/ 162 h 274"/>
                <a:gd name="T32" fmla="*/ 110 w 290"/>
                <a:gd name="T33" fmla="*/ 252 h 274"/>
                <a:gd name="T34" fmla="*/ 78 w 290"/>
                <a:gd name="T35" fmla="*/ 274 h 274"/>
                <a:gd name="T36" fmla="*/ 67 w 290"/>
                <a:gd name="T37" fmla="*/ 258 h 274"/>
                <a:gd name="T38" fmla="*/ 86 w 290"/>
                <a:gd name="T39" fmla="*/ 233 h 274"/>
                <a:gd name="T40" fmla="*/ 106 w 290"/>
                <a:gd name="T41" fmla="*/ 160 h 274"/>
                <a:gd name="T42" fmla="*/ 106 w 290"/>
                <a:gd name="T43" fmla="*/ 145 h 274"/>
                <a:gd name="T44" fmla="*/ 142 w 290"/>
                <a:gd name="T45" fmla="*/ 145 h 274"/>
                <a:gd name="T46" fmla="*/ 142 w 290"/>
                <a:gd name="T47" fmla="*/ 162 h 274"/>
                <a:gd name="T48" fmla="*/ 169 w 290"/>
                <a:gd name="T49" fmla="*/ 32 h 274"/>
                <a:gd name="T50" fmla="*/ 150 w 290"/>
                <a:gd name="T51" fmla="*/ 11 h 274"/>
                <a:gd name="T52" fmla="*/ 166 w 290"/>
                <a:gd name="T53" fmla="*/ 0 h 274"/>
                <a:gd name="T54" fmla="*/ 207 w 290"/>
                <a:gd name="T55" fmla="*/ 22 h 274"/>
                <a:gd name="T56" fmla="*/ 189 w 290"/>
                <a:gd name="T57" fmla="*/ 32 h 274"/>
                <a:gd name="T58" fmla="*/ 278 w 290"/>
                <a:gd name="T59" fmla="*/ 32 h 274"/>
                <a:gd name="T60" fmla="*/ 278 w 290"/>
                <a:gd name="T61" fmla="*/ 54 h 274"/>
                <a:gd name="T62" fmla="*/ 154 w 290"/>
                <a:gd name="T63" fmla="*/ 54 h 274"/>
                <a:gd name="T64" fmla="*/ 175 w 290"/>
                <a:gd name="T65" fmla="*/ 61 h 274"/>
                <a:gd name="T66" fmla="*/ 126 w 290"/>
                <a:gd name="T67" fmla="*/ 107 h 274"/>
                <a:gd name="T68" fmla="*/ 227 w 290"/>
                <a:gd name="T69" fmla="*/ 100 h 274"/>
                <a:gd name="T70" fmla="*/ 208 w 290"/>
                <a:gd name="T71" fmla="*/ 74 h 274"/>
                <a:gd name="T72" fmla="*/ 226 w 290"/>
                <a:gd name="T73" fmla="*/ 62 h 274"/>
                <a:gd name="T74" fmla="*/ 285 w 290"/>
                <a:gd name="T75" fmla="*/ 123 h 274"/>
                <a:gd name="T76" fmla="*/ 254 w 290"/>
                <a:gd name="T77" fmla="*/ 144 h 274"/>
                <a:gd name="T78" fmla="*/ 240 w 290"/>
                <a:gd name="T79" fmla="*/ 119 h 274"/>
                <a:gd name="T80" fmla="*/ 90 w 290"/>
                <a:gd name="T81" fmla="*/ 139 h 274"/>
                <a:gd name="T82" fmla="*/ 79 w 290"/>
                <a:gd name="T83" fmla="*/ 109 h 274"/>
                <a:gd name="T84" fmla="*/ 86 w 290"/>
                <a:gd name="T85" fmla="*/ 109 h 274"/>
                <a:gd name="T86" fmla="*/ 134 w 290"/>
                <a:gd name="T87" fmla="*/ 54 h 274"/>
                <a:gd name="T88" fmla="*/ 78 w 290"/>
                <a:gd name="T89" fmla="*/ 54 h 274"/>
                <a:gd name="T90" fmla="*/ 78 w 290"/>
                <a:gd name="T91" fmla="*/ 32 h 274"/>
                <a:gd name="T92" fmla="*/ 169 w 290"/>
                <a:gd name="T93" fmla="*/ 32 h 274"/>
                <a:gd name="T94" fmla="*/ 160 w 290"/>
                <a:gd name="T95" fmla="*/ 268 h 274"/>
                <a:gd name="T96" fmla="*/ 196 w 290"/>
                <a:gd name="T97" fmla="*/ 268 h 274"/>
                <a:gd name="T98" fmla="*/ 196 w 290"/>
                <a:gd name="T99" fmla="*/ 145 h 274"/>
                <a:gd name="T100" fmla="*/ 160 w 290"/>
                <a:gd name="T101" fmla="*/ 145 h 274"/>
                <a:gd name="T102" fmla="*/ 160 w 290"/>
                <a:gd name="T103" fmla="*/ 268 h 274"/>
                <a:gd name="T104" fmla="*/ 249 w 290"/>
                <a:gd name="T105" fmla="*/ 268 h 274"/>
                <a:gd name="T106" fmla="*/ 222 w 290"/>
                <a:gd name="T107" fmla="*/ 258 h 274"/>
                <a:gd name="T108" fmla="*/ 213 w 290"/>
                <a:gd name="T109" fmla="*/ 232 h 274"/>
                <a:gd name="T110" fmla="*/ 213 w 290"/>
                <a:gd name="T111" fmla="*/ 145 h 274"/>
                <a:gd name="T112" fmla="*/ 250 w 290"/>
                <a:gd name="T113" fmla="*/ 145 h 274"/>
                <a:gd name="T114" fmla="*/ 250 w 290"/>
                <a:gd name="T115" fmla="*/ 223 h 274"/>
                <a:gd name="T116" fmla="*/ 254 w 290"/>
                <a:gd name="T117" fmla="*/ 233 h 274"/>
                <a:gd name="T118" fmla="*/ 264 w 290"/>
                <a:gd name="T119" fmla="*/ 238 h 274"/>
                <a:gd name="T120" fmla="*/ 290 w 290"/>
                <a:gd name="T121" fmla="*/ 238 h 274"/>
                <a:gd name="T122" fmla="*/ 281 w 290"/>
                <a:gd name="T123" fmla="*/ 268 h 274"/>
                <a:gd name="T124" fmla="*/ 249 w 290"/>
                <a:gd name="T125" fmla="*/ 268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0" h="274">
                  <a:moveTo>
                    <a:pt x="69" y="107"/>
                  </a:moveTo>
                  <a:cubicBezTo>
                    <a:pt x="45" y="131"/>
                    <a:pt x="45" y="131"/>
                    <a:pt x="45" y="131"/>
                  </a:cubicBezTo>
                  <a:cubicBezTo>
                    <a:pt x="31" y="115"/>
                    <a:pt x="16" y="99"/>
                    <a:pt x="0" y="84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40" y="82"/>
                    <a:pt x="58" y="93"/>
                    <a:pt x="69" y="107"/>
                  </a:cubicBezTo>
                  <a:close/>
                  <a:moveTo>
                    <a:pt x="40" y="271"/>
                  </a:moveTo>
                  <a:cubicBezTo>
                    <a:pt x="53" y="240"/>
                    <a:pt x="61" y="203"/>
                    <a:pt x="66" y="159"/>
                  </a:cubicBezTo>
                  <a:cubicBezTo>
                    <a:pt x="45" y="154"/>
                    <a:pt x="45" y="154"/>
                    <a:pt x="45" y="154"/>
                  </a:cubicBezTo>
                  <a:cubicBezTo>
                    <a:pt x="32" y="190"/>
                    <a:pt x="18" y="225"/>
                    <a:pt x="2" y="259"/>
                  </a:cubicBezTo>
                  <a:lnTo>
                    <a:pt x="40" y="271"/>
                  </a:lnTo>
                  <a:close/>
                  <a:moveTo>
                    <a:pt x="77" y="39"/>
                  </a:moveTo>
                  <a:cubicBezTo>
                    <a:pt x="52" y="63"/>
                    <a:pt x="52" y="63"/>
                    <a:pt x="52" y="63"/>
                  </a:cubicBezTo>
                  <a:cubicBezTo>
                    <a:pt x="38" y="46"/>
                    <a:pt x="23" y="31"/>
                    <a:pt x="8" y="16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47" y="13"/>
                    <a:pt x="65" y="25"/>
                    <a:pt x="77" y="39"/>
                  </a:cubicBezTo>
                  <a:close/>
                  <a:moveTo>
                    <a:pt x="142" y="162"/>
                  </a:moveTo>
                  <a:cubicBezTo>
                    <a:pt x="142" y="200"/>
                    <a:pt x="132" y="229"/>
                    <a:pt x="110" y="252"/>
                  </a:cubicBezTo>
                  <a:cubicBezTo>
                    <a:pt x="100" y="263"/>
                    <a:pt x="89" y="271"/>
                    <a:pt x="78" y="274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73" y="252"/>
                    <a:pt x="80" y="244"/>
                    <a:pt x="86" y="233"/>
                  </a:cubicBezTo>
                  <a:cubicBezTo>
                    <a:pt x="99" y="212"/>
                    <a:pt x="106" y="188"/>
                    <a:pt x="106" y="160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142" y="145"/>
                    <a:pt x="142" y="145"/>
                    <a:pt x="142" y="145"/>
                  </a:cubicBezTo>
                  <a:lnTo>
                    <a:pt x="142" y="162"/>
                  </a:lnTo>
                  <a:close/>
                  <a:moveTo>
                    <a:pt x="169" y="32"/>
                  </a:moveTo>
                  <a:cubicBezTo>
                    <a:pt x="163" y="25"/>
                    <a:pt x="156" y="18"/>
                    <a:pt x="150" y="11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82" y="3"/>
                    <a:pt x="195" y="11"/>
                    <a:pt x="207" y="22"/>
                  </a:cubicBezTo>
                  <a:cubicBezTo>
                    <a:pt x="189" y="32"/>
                    <a:pt x="189" y="32"/>
                    <a:pt x="189" y="3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75" y="61"/>
                    <a:pt x="175" y="61"/>
                    <a:pt x="175" y="61"/>
                  </a:cubicBezTo>
                  <a:cubicBezTo>
                    <a:pt x="161" y="78"/>
                    <a:pt x="145" y="93"/>
                    <a:pt x="126" y="107"/>
                  </a:cubicBezTo>
                  <a:cubicBezTo>
                    <a:pt x="160" y="105"/>
                    <a:pt x="194" y="103"/>
                    <a:pt x="227" y="100"/>
                  </a:cubicBezTo>
                  <a:cubicBezTo>
                    <a:pt x="221" y="91"/>
                    <a:pt x="215" y="82"/>
                    <a:pt x="208" y="74"/>
                  </a:cubicBezTo>
                  <a:cubicBezTo>
                    <a:pt x="226" y="62"/>
                    <a:pt x="226" y="62"/>
                    <a:pt x="226" y="62"/>
                  </a:cubicBezTo>
                  <a:cubicBezTo>
                    <a:pt x="252" y="82"/>
                    <a:pt x="272" y="103"/>
                    <a:pt x="285" y="123"/>
                  </a:cubicBezTo>
                  <a:cubicBezTo>
                    <a:pt x="254" y="144"/>
                    <a:pt x="254" y="144"/>
                    <a:pt x="254" y="144"/>
                  </a:cubicBezTo>
                  <a:cubicBezTo>
                    <a:pt x="249" y="135"/>
                    <a:pt x="245" y="127"/>
                    <a:pt x="240" y="119"/>
                  </a:cubicBezTo>
                  <a:cubicBezTo>
                    <a:pt x="195" y="130"/>
                    <a:pt x="145" y="137"/>
                    <a:pt x="90" y="13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2" y="109"/>
                    <a:pt x="84" y="109"/>
                    <a:pt x="86" y="109"/>
                  </a:cubicBezTo>
                  <a:cubicBezTo>
                    <a:pt x="103" y="93"/>
                    <a:pt x="119" y="74"/>
                    <a:pt x="134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32"/>
                    <a:pt x="78" y="32"/>
                    <a:pt x="78" y="32"/>
                  </a:cubicBezTo>
                  <a:lnTo>
                    <a:pt x="169" y="32"/>
                  </a:lnTo>
                  <a:close/>
                  <a:moveTo>
                    <a:pt x="160" y="268"/>
                  </a:moveTo>
                  <a:cubicBezTo>
                    <a:pt x="196" y="268"/>
                    <a:pt x="196" y="268"/>
                    <a:pt x="196" y="268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60" y="145"/>
                    <a:pt x="160" y="145"/>
                    <a:pt x="160" y="145"/>
                  </a:cubicBezTo>
                  <a:lnTo>
                    <a:pt x="160" y="268"/>
                  </a:lnTo>
                  <a:close/>
                  <a:moveTo>
                    <a:pt x="249" y="268"/>
                  </a:moveTo>
                  <a:cubicBezTo>
                    <a:pt x="237" y="268"/>
                    <a:pt x="228" y="265"/>
                    <a:pt x="222" y="258"/>
                  </a:cubicBezTo>
                  <a:cubicBezTo>
                    <a:pt x="216" y="251"/>
                    <a:pt x="213" y="243"/>
                    <a:pt x="213" y="232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50" y="145"/>
                    <a:pt x="250" y="145"/>
                    <a:pt x="250" y="145"/>
                  </a:cubicBezTo>
                  <a:cubicBezTo>
                    <a:pt x="250" y="223"/>
                    <a:pt x="250" y="223"/>
                    <a:pt x="250" y="223"/>
                  </a:cubicBezTo>
                  <a:cubicBezTo>
                    <a:pt x="250" y="227"/>
                    <a:pt x="251" y="230"/>
                    <a:pt x="254" y="233"/>
                  </a:cubicBezTo>
                  <a:cubicBezTo>
                    <a:pt x="256" y="236"/>
                    <a:pt x="260" y="238"/>
                    <a:pt x="264" y="238"/>
                  </a:cubicBezTo>
                  <a:cubicBezTo>
                    <a:pt x="290" y="238"/>
                    <a:pt x="290" y="238"/>
                    <a:pt x="290" y="238"/>
                  </a:cubicBezTo>
                  <a:cubicBezTo>
                    <a:pt x="281" y="268"/>
                    <a:pt x="281" y="268"/>
                    <a:pt x="281" y="268"/>
                  </a:cubicBezTo>
                  <a:lnTo>
                    <a:pt x="249" y="268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Freeform 61">
              <a:extLst>
                <a:ext uri="{FF2B5EF4-FFF2-40B4-BE49-F238E27FC236}">
                  <a16:creationId xmlns:a16="http://schemas.microsoft.com/office/drawing/2014/main" id="{719E5C11-4876-4DA4-AC7D-54C5B0A8A7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5938" y="2749551"/>
              <a:ext cx="798513" cy="728663"/>
            </a:xfrm>
            <a:custGeom>
              <a:avLst/>
              <a:gdLst>
                <a:gd name="T0" fmla="*/ 23 w 285"/>
                <a:gd name="T1" fmla="*/ 147 h 259"/>
                <a:gd name="T2" fmla="*/ 14 w 285"/>
                <a:gd name="T3" fmla="*/ 158 h 259"/>
                <a:gd name="T4" fmla="*/ 0 w 285"/>
                <a:gd name="T5" fmla="*/ 143 h 259"/>
                <a:gd name="T6" fmla="*/ 33 w 285"/>
                <a:gd name="T7" fmla="*/ 22 h 259"/>
                <a:gd name="T8" fmla="*/ 5 w 285"/>
                <a:gd name="T9" fmla="*/ 22 h 259"/>
                <a:gd name="T10" fmla="*/ 5 w 285"/>
                <a:gd name="T11" fmla="*/ 0 h 259"/>
                <a:gd name="T12" fmla="*/ 110 w 285"/>
                <a:gd name="T13" fmla="*/ 0 h 259"/>
                <a:gd name="T14" fmla="*/ 110 w 285"/>
                <a:gd name="T15" fmla="*/ 22 h 259"/>
                <a:gd name="T16" fmla="*/ 71 w 285"/>
                <a:gd name="T17" fmla="*/ 22 h 259"/>
                <a:gd name="T18" fmla="*/ 54 w 285"/>
                <a:gd name="T19" fmla="*/ 86 h 259"/>
                <a:gd name="T20" fmla="*/ 107 w 285"/>
                <a:gd name="T21" fmla="*/ 86 h 259"/>
                <a:gd name="T22" fmla="*/ 107 w 285"/>
                <a:gd name="T23" fmla="*/ 236 h 259"/>
                <a:gd name="T24" fmla="*/ 23 w 285"/>
                <a:gd name="T25" fmla="*/ 236 h 259"/>
                <a:gd name="T26" fmla="*/ 23 w 285"/>
                <a:gd name="T27" fmla="*/ 147 h 259"/>
                <a:gd name="T28" fmla="*/ 57 w 285"/>
                <a:gd name="T29" fmla="*/ 214 h 259"/>
                <a:gd name="T30" fmla="*/ 73 w 285"/>
                <a:gd name="T31" fmla="*/ 214 h 259"/>
                <a:gd name="T32" fmla="*/ 73 w 285"/>
                <a:gd name="T33" fmla="*/ 107 h 259"/>
                <a:gd name="T34" fmla="*/ 57 w 285"/>
                <a:gd name="T35" fmla="*/ 107 h 259"/>
                <a:gd name="T36" fmla="*/ 57 w 285"/>
                <a:gd name="T37" fmla="*/ 214 h 259"/>
                <a:gd name="T38" fmla="*/ 219 w 285"/>
                <a:gd name="T39" fmla="*/ 133 h 259"/>
                <a:gd name="T40" fmla="*/ 179 w 285"/>
                <a:gd name="T41" fmla="*/ 133 h 259"/>
                <a:gd name="T42" fmla="*/ 144 w 285"/>
                <a:gd name="T43" fmla="*/ 236 h 259"/>
                <a:gd name="T44" fmla="*/ 113 w 285"/>
                <a:gd name="T45" fmla="*/ 259 h 259"/>
                <a:gd name="T46" fmla="*/ 102 w 285"/>
                <a:gd name="T47" fmla="*/ 244 h 259"/>
                <a:gd name="T48" fmla="*/ 143 w 285"/>
                <a:gd name="T49" fmla="*/ 133 h 259"/>
                <a:gd name="T50" fmla="*/ 114 w 285"/>
                <a:gd name="T51" fmla="*/ 133 h 259"/>
                <a:gd name="T52" fmla="*/ 114 w 285"/>
                <a:gd name="T53" fmla="*/ 112 h 259"/>
                <a:gd name="T54" fmla="*/ 143 w 285"/>
                <a:gd name="T55" fmla="*/ 112 h 259"/>
                <a:gd name="T56" fmla="*/ 143 w 285"/>
                <a:gd name="T57" fmla="*/ 22 h 259"/>
                <a:gd name="T58" fmla="*/ 119 w 285"/>
                <a:gd name="T59" fmla="*/ 22 h 259"/>
                <a:gd name="T60" fmla="*/ 119 w 285"/>
                <a:gd name="T61" fmla="*/ 0 h 259"/>
                <a:gd name="T62" fmla="*/ 280 w 285"/>
                <a:gd name="T63" fmla="*/ 0 h 259"/>
                <a:gd name="T64" fmla="*/ 280 w 285"/>
                <a:gd name="T65" fmla="*/ 22 h 259"/>
                <a:gd name="T66" fmla="*/ 256 w 285"/>
                <a:gd name="T67" fmla="*/ 22 h 259"/>
                <a:gd name="T68" fmla="*/ 256 w 285"/>
                <a:gd name="T69" fmla="*/ 112 h 259"/>
                <a:gd name="T70" fmla="*/ 285 w 285"/>
                <a:gd name="T71" fmla="*/ 112 h 259"/>
                <a:gd name="T72" fmla="*/ 285 w 285"/>
                <a:gd name="T73" fmla="*/ 133 h 259"/>
                <a:gd name="T74" fmla="*/ 256 w 285"/>
                <a:gd name="T75" fmla="*/ 133 h 259"/>
                <a:gd name="T76" fmla="*/ 256 w 285"/>
                <a:gd name="T77" fmla="*/ 256 h 259"/>
                <a:gd name="T78" fmla="*/ 219 w 285"/>
                <a:gd name="T79" fmla="*/ 256 h 259"/>
                <a:gd name="T80" fmla="*/ 219 w 285"/>
                <a:gd name="T81" fmla="*/ 133 h 259"/>
                <a:gd name="T82" fmla="*/ 180 w 285"/>
                <a:gd name="T83" fmla="*/ 22 h 259"/>
                <a:gd name="T84" fmla="*/ 180 w 285"/>
                <a:gd name="T85" fmla="*/ 112 h 259"/>
                <a:gd name="T86" fmla="*/ 219 w 285"/>
                <a:gd name="T87" fmla="*/ 112 h 259"/>
                <a:gd name="T88" fmla="*/ 219 w 285"/>
                <a:gd name="T89" fmla="*/ 22 h 259"/>
                <a:gd name="T90" fmla="*/ 180 w 285"/>
                <a:gd name="T91" fmla="*/ 2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59">
                  <a:moveTo>
                    <a:pt x="23" y="147"/>
                  </a:moveTo>
                  <a:cubicBezTo>
                    <a:pt x="20" y="151"/>
                    <a:pt x="17" y="155"/>
                    <a:pt x="14" y="15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5" y="109"/>
                    <a:pt x="26" y="69"/>
                    <a:pt x="33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9" y="41"/>
                    <a:pt x="63" y="63"/>
                    <a:pt x="54" y="86"/>
                  </a:cubicBezTo>
                  <a:cubicBezTo>
                    <a:pt x="107" y="86"/>
                    <a:pt x="107" y="86"/>
                    <a:pt x="107" y="86"/>
                  </a:cubicBezTo>
                  <a:cubicBezTo>
                    <a:pt x="107" y="236"/>
                    <a:pt x="107" y="236"/>
                    <a:pt x="107" y="236"/>
                  </a:cubicBezTo>
                  <a:cubicBezTo>
                    <a:pt x="23" y="236"/>
                    <a:pt x="23" y="236"/>
                    <a:pt x="23" y="236"/>
                  </a:cubicBezTo>
                  <a:lnTo>
                    <a:pt x="23" y="147"/>
                  </a:lnTo>
                  <a:close/>
                  <a:moveTo>
                    <a:pt x="57" y="214"/>
                  </a:moveTo>
                  <a:cubicBezTo>
                    <a:pt x="73" y="214"/>
                    <a:pt x="73" y="214"/>
                    <a:pt x="73" y="214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57" y="107"/>
                    <a:pt x="57" y="107"/>
                    <a:pt x="57" y="107"/>
                  </a:cubicBezTo>
                  <a:lnTo>
                    <a:pt x="57" y="214"/>
                  </a:lnTo>
                  <a:close/>
                  <a:moveTo>
                    <a:pt x="219" y="133"/>
                  </a:moveTo>
                  <a:cubicBezTo>
                    <a:pt x="179" y="133"/>
                    <a:pt x="179" y="133"/>
                    <a:pt x="179" y="133"/>
                  </a:cubicBezTo>
                  <a:cubicBezTo>
                    <a:pt x="177" y="177"/>
                    <a:pt x="165" y="211"/>
                    <a:pt x="144" y="236"/>
                  </a:cubicBezTo>
                  <a:cubicBezTo>
                    <a:pt x="134" y="248"/>
                    <a:pt x="123" y="256"/>
                    <a:pt x="113" y="259"/>
                  </a:cubicBezTo>
                  <a:cubicBezTo>
                    <a:pt x="102" y="244"/>
                    <a:pt x="102" y="244"/>
                    <a:pt x="102" y="244"/>
                  </a:cubicBezTo>
                  <a:cubicBezTo>
                    <a:pt x="125" y="223"/>
                    <a:pt x="139" y="186"/>
                    <a:pt x="143" y="133"/>
                  </a:cubicBezTo>
                  <a:cubicBezTo>
                    <a:pt x="114" y="133"/>
                    <a:pt x="114" y="133"/>
                    <a:pt x="114" y="133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19" y="22"/>
                    <a:pt x="119" y="22"/>
                    <a:pt x="119" y="22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80" y="22"/>
                    <a:pt x="280" y="22"/>
                    <a:pt x="280" y="22"/>
                  </a:cubicBezTo>
                  <a:cubicBezTo>
                    <a:pt x="256" y="22"/>
                    <a:pt x="256" y="22"/>
                    <a:pt x="256" y="22"/>
                  </a:cubicBezTo>
                  <a:cubicBezTo>
                    <a:pt x="256" y="112"/>
                    <a:pt x="256" y="112"/>
                    <a:pt x="256" y="112"/>
                  </a:cubicBezTo>
                  <a:cubicBezTo>
                    <a:pt x="285" y="112"/>
                    <a:pt x="285" y="112"/>
                    <a:pt x="285" y="112"/>
                  </a:cubicBezTo>
                  <a:cubicBezTo>
                    <a:pt x="285" y="133"/>
                    <a:pt x="285" y="133"/>
                    <a:pt x="285" y="133"/>
                  </a:cubicBezTo>
                  <a:cubicBezTo>
                    <a:pt x="256" y="133"/>
                    <a:pt x="256" y="133"/>
                    <a:pt x="256" y="133"/>
                  </a:cubicBezTo>
                  <a:cubicBezTo>
                    <a:pt x="256" y="256"/>
                    <a:pt x="256" y="256"/>
                    <a:pt x="256" y="256"/>
                  </a:cubicBezTo>
                  <a:cubicBezTo>
                    <a:pt x="219" y="256"/>
                    <a:pt x="219" y="256"/>
                    <a:pt x="219" y="256"/>
                  </a:cubicBezTo>
                  <a:lnTo>
                    <a:pt x="219" y="133"/>
                  </a:lnTo>
                  <a:close/>
                  <a:moveTo>
                    <a:pt x="180" y="22"/>
                  </a:moveTo>
                  <a:cubicBezTo>
                    <a:pt x="180" y="112"/>
                    <a:pt x="180" y="112"/>
                    <a:pt x="180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22"/>
                    <a:pt x="219" y="22"/>
                    <a:pt x="219" y="22"/>
                  </a:cubicBezTo>
                  <a:lnTo>
                    <a:pt x="180" y="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" name="Freeform 62">
              <a:extLst>
                <a:ext uri="{FF2B5EF4-FFF2-40B4-BE49-F238E27FC236}">
                  <a16:creationId xmlns:a16="http://schemas.microsoft.com/office/drawing/2014/main" id="{5A26CF91-E3CB-4E9D-B375-C6A4738F5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7476" y="2706688"/>
              <a:ext cx="798513" cy="771525"/>
            </a:xfrm>
            <a:custGeom>
              <a:avLst/>
              <a:gdLst>
                <a:gd name="T0" fmla="*/ 95 w 285"/>
                <a:gd name="T1" fmla="*/ 142 h 274"/>
                <a:gd name="T2" fmla="*/ 96 w 285"/>
                <a:gd name="T3" fmla="*/ 109 h 274"/>
                <a:gd name="T4" fmla="*/ 133 w 285"/>
                <a:gd name="T5" fmla="*/ 109 h 274"/>
                <a:gd name="T6" fmla="*/ 132 w 285"/>
                <a:gd name="T7" fmla="*/ 142 h 274"/>
                <a:gd name="T8" fmla="*/ 227 w 285"/>
                <a:gd name="T9" fmla="*/ 142 h 274"/>
                <a:gd name="T10" fmla="*/ 227 w 285"/>
                <a:gd name="T11" fmla="*/ 223 h 274"/>
                <a:gd name="T12" fmla="*/ 239 w 285"/>
                <a:gd name="T13" fmla="*/ 238 h 274"/>
                <a:gd name="T14" fmla="*/ 285 w 285"/>
                <a:gd name="T15" fmla="*/ 238 h 274"/>
                <a:gd name="T16" fmla="*/ 277 w 285"/>
                <a:gd name="T17" fmla="*/ 268 h 274"/>
                <a:gd name="T18" fmla="*/ 224 w 285"/>
                <a:gd name="T19" fmla="*/ 268 h 274"/>
                <a:gd name="T20" fmla="*/ 200 w 285"/>
                <a:gd name="T21" fmla="*/ 258 h 274"/>
                <a:gd name="T22" fmla="*/ 191 w 285"/>
                <a:gd name="T23" fmla="*/ 235 h 274"/>
                <a:gd name="T24" fmla="*/ 191 w 285"/>
                <a:gd name="T25" fmla="*/ 163 h 274"/>
                <a:gd name="T26" fmla="*/ 129 w 285"/>
                <a:gd name="T27" fmla="*/ 163 h 274"/>
                <a:gd name="T28" fmla="*/ 108 w 285"/>
                <a:gd name="T29" fmla="*/ 219 h 274"/>
                <a:gd name="T30" fmla="*/ 11 w 285"/>
                <a:gd name="T31" fmla="*/ 274 h 274"/>
                <a:gd name="T32" fmla="*/ 0 w 285"/>
                <a:gd name="T33" fmla="*/ 257 h 274"/>
                <a:gd name="T34" fmla="*/ 74 w 285"/>
                <a:gd name="T35" fmla="*/ 208 h 274"/>
                <a:gd name="T36" fmla="*/ 91 w 285"/>
                <a:gd name="T37" fmla="*/ 163 h 274"/>
                <a:gd name="T38" fmla="*/ 18 w 285"/>
                <a:gd name="T39" fmla="*/ 163 h 274"/>
                <a:gd name="T40" fmla="*/ 18 w 285"/>
                <a:gd name="T41" fmla="*/ 142 h 274"/>
                <a:gd name="T42" fmla="*/ 95 w 285"/>
                <a:gd name="T43" fmla="*/ 142 h 274"/>
                <a:gd name="T44" fmla="*/ 121 w 285"/>
                <a:gd name="T45" fmla="*/ 88 h 274"/>
                <a:gd name="T46" fmla="*/ 11 w 285"/>
                <a:gd name="T47" fmla="*/ 134 h 274"/>
                <a:gd name="T48" fmla="*/ 2 w 285"/>
                <a:gd name="T49" fmla="*/ 118 h 274"/>
                <a:gd name="T50" fmla="*/ 97 w 285"/>
                <a:gd name="T51" fmla="*/ 60 h 274"/>
                <a:gd name="T52" fmla="*/ 121 w 285"/>
                <a:gd name="T53" fmla="*/ 88 h 274"/>
                <a:gd name="T54" fmla="*/ 155 w 285"/>
                <a:gd name="T55" fmla="*/ 32 h 274"/>
                <a:gd name="T56" fmla="*/ 276 w 285"/>
                <a:gd name="T57" fmla="*/ 32 h 274"/>
                <a:gd name="T58" fmla="*/ 276 w 285"/>
                <a:gd name="T59" fmla="*/ 85 h 274"/>
                <a:gd name="T60" fmla="*/ 239 w 285"/>
                <a:gd name="T61" fmla="*/ 85 h 274"/>
                <a:gd name="T62" fmla="*/ 239 w 285"/>
                <a:gd name="T63" fmla="*/ 53 h 274"/>
                <a:gd name="T64" fmla="*/ 41 w 285"/>
                <a:gd name="T65" fmla="*/ 53 h 274"/>
                <a:gd name="T66" fmla="*/ 41 w 285"/>
                <a:gd name="T67" fmla="*/ 85 h 274"/>
                <a:gd name="T68" fmla="*/ 5 w 285"/>
                <a:gd name="T69" fmla="*/ 85 h 274"/>
                <a:gd name="T70" fmla="*/ 5 w 285"/>
                <a:gd name="T71" fmla="*/ 32 h 274"/>
                <a:gd name="T72" fmla="*/ 130 w 285"/>
                <a:gd name="T73" fmla="*/ 32 h 274"/>
                <a:gd name="T74" fmla="*/ 111 w 285"/>
                <a:gd name="T75" fmla="*/ 12 h 274"/>
                <a:gd name="T76" fmla="*/ 129 w 285"/>
                <a:gd name="T77" fmla="*/ 0 h 274"/>
                <a:gd name="T78" fmla="*/ 170 w 285"/>
                <a:gd name="T79" fmla="*/ 22 h 274"/>
                <a:gd name="T80" fmla="*/ 155 w 285"/>
                <a:gd name="T81" fmla="*/ 32 h 274"/>
                <a:gd name="T82" fmla="*/ 278 w 285"/>
                <a:gd name="T83" fmla="*/ 107 h 274"/>
                <a:gd name="T84" fmla="*/ 169 w 285"/>
                <a:gd name="T85" fmla="*/ 66 h 274"/>
                <a:gd name="T86" fmla="*/ 161 w 285"/>
                <a:gd name="T87" fmla="*/ 83 h 274"/>
                <a:gd name="T88" fmla="*/ 257 w 285"/>
                <a:gd name="T89" fmla="*/ 137 h 274"/>
                <a:gd name="T90" fmla="*/ 278 w 285"/>
                <a:gd name="T91" fmla="*/ 10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74">
                  <a:moveTo>
                    <a:pt x="95" y="142"/>
                  </a:moveTo>
                  <a:cubicBezTo>
                    <a:pt x="96" y="131"/>
                    <a:pt x="96" y="121"/>
                    <a:pt x="96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3" y="121"/>
                    <a:pt x="132" y="131"/>
                    <a:pt x="132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223"/>
                    <a:pt x="227" y="223"/>
                    <a:pt x="227" y="223"/>
                  </a:cubicBezTo>
                  <a:cubicBezTo>
                    <a:pt x="227" y="233"/>
                    <a:pt x="231" y="238"/>
                    <a:pt x="239" y="238"/>
                  </a:cubicBezTo>
                  <a:cubicBezTo>
                    <a:pt x="285" y="238"/>
                    <a:pt x="285" y="238"/>
                    <a:pt x="285" y="238"/>
                  </a:cubicBezTo>
                  <a:cubicBezTo>
                    <a:pt x="277" y="268"/>
                    <a:pt x="277" y="268"/>
                    <a:pt x="277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14" y="268"/>
                    <a:pt x="206" y="265"/>
                    <a:pt x="200" y="258"/>
                  </a:cubicBezTo>
                  <a:cubicBezTo>
                    <a:pt x="194" y="252"/>
                    <a:pt x="191" y="244"/>
                    <a:pt x="191" y="235"/>
                  </a:cubicBezTo>
                  <a:cubicBezTo>
                    <a:pt x="191" y="163"/>
                    <a:pt x="191" y="163"/>
                    <a:pt x="191" y="163"/>
                  </a:cubicBezTo>
                  <a:cubicBezTo>
                    <a:pt x="129" y="163"/>
                    <a:pt x="129" y="163"/>
                    <a:pt x="129" y="163"/>
                  </a:cubicBezTo>
                  <a:cubicBezTo>
                    <a:pt x="125" y="186"/>
                    <a:pt x="118" y="205"/>
                    <a:pt x="108" y="219"/>
                  </a:cubicBezTo>
                  <a:cubicBezTo>
                    <a:pt x="90" y="246"/>
                    <a:pt x="58" y="265"/>
                    <a:pt x="11" y="274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5" y="246"/>
                    <a:pt x="60" y="230"/>
                    <a:pt x="74" y="208"/>
                  </a:cubicBezTo>
                  <a:cubicBezTo>
                    <a:pt x="82" y="196"/>
                    <a:pt x="88" y="181"/>
                    <a:pt x="91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42"/>
                    <a:pt x="18" y="142"/>
                    <a:pt x="18" y="142"/>
                  </a:cubicBezTo>
                  <a:lnTo>
                    <a:pt x="95" y="142"/>
                  </a:lnTo>
                  <a:close/>
                  <a:moveTo>
                    <a:pt x="121" y="88"/>
                  </a:moveTo>
                  <a:cubicBezTo>
                    <a:pt x="90" y="110"/>
                    <a:pt x="53" y="125"/>
                    <a:pt x="11" y="134"/>
                  </a:cubicBezTo>
                  <a:cubicBezTo>
                    <a:pt x="2" y="118"/>
                    <a:pt x="2" y="118"/>
                    <a:pt x="2" y="118"/>
                  </a:cubicBezTo>
                  <a:cubicBezTo>
                    <a:pt x="35" y="102"/>
                    <a:pt x="67" y="83"/>
                    <a:pt x="97" y="60"/>
                  </a:cubicBezTo>
                  <a:lnTo>
                    <a:pt x="121" y="88"/>
                  </a:lnTo>
                  <a:close/>
                  <a:moveTo>
                    <a:pt x="155" y="32"/>
                  </a:moveTo>
                  <a:cubicBezTo>
                    <a:pt x="276" y="32"/>
                    <a:pt x="276" y="32"/>
                    <a:pt x="276" y="32"/>
                  </a:cubicBezTo>
                  <a:cubicBezTo>
                    <a:pt x="276" y="85"/>
                    <a:pt x="276" y="85"/>
                    <a:pt x="276" y="85"/>
                  </a:cubicBezTo>
                  <a:cubicBezTo>
                    <a:pt x="239" y="85"/>
                    <a:pt x="239" y="85"/>
                    <a:pt x="239" y="85"/>
                  </a:cubicBezTo>
                  <a:cubicBezTo>
                    <a:pt x="239" y="53"/>
                    <a:pt x="239" y="53"/>
                    <a:pt x="239" y="53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24" y="25"/>
                    <a:pt x="118" y="19"/>
                    <a:pt x="111" y="12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44" y="4"/>
                    <a:pt x="158" y="12"/>
                    <a:pt x="170" y="22"/>
                  </a:cubicBezTo>
                  <a:lnTo>
                    <a:pt x="155" y="32"/>
                  </a:lnTo>
                  <a:close/>
                  <a:moveTo>
                    <a:pt x="278" y="107"/>
                  </a:moveTo>
                  <a:cubicBezTo>
                    <a:pt x="246" y="90"/>
                    <a:pt x="209" y="77"/>
                    <a:pt x="169" y="66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93" y="99"/>
                    <a:pt x="225" y="118"/>
                    <a:pt x="257" y="137"/>
                  </a:cubicBezTo>
                  <a:lnTo>
                    <a:pt x="278" y="107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" name="Freeform 63">
              <a:extLst>
                <a:ext uri="{FF2B5EF4-FFF2-40B4-BE49-F238E27FC236}">
                  <a16:creationId xmlns:a16="http://schemas.microsoft.com/office/drawing/2014/main" id="{BC76CEF6-F40F-47A4-9659-E0EEA3626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4888" y="2716213"/>
              <a:ext cx="725488" cy="754063"/>
            </a:xfrm>
            <a:custGeom>
              <a:avLst/>
              <a:gdLst>
                <a:gd name="T0" fmla="*/ 196 w 457"/>
                <a:gd name="T1" fmla="*/ 340 h 475"/>
                <a:gd name="T2" fmla="*/ 0 w 457"/>
                <a:gd name="T3" fmla="*/ 340 h 475"/>
                <a:gd name="T4" fmla="*/ 0 w 457"/>
                <a:gd name="T5" fmla="*/ 83 h 475"/>
                <a:gd name="T6" fmla="*/ 196 w 457"/>
                <a:gd name="T7" fmla="*/ 83 h 475"/>
                <a:gd name="T8" fmla="*/ 196 w 457"/>
                <a:gd name="T9" fmla="*/ 0 h 475"/>
                <a:gd name="T10" fmla="*/ 262 w 457"/>
                <a:gd name="T11" fmla="*/ 0 h 475"/>
                <a:gd name="T12" fmla="*/ 262 w 457"/>
                <a:gd name="T13" fmla="*/ 83 h 475"/>
                <a:gd name="T14" fmla="*/ 457 w 457"/>
                <a:gd name="T15" fmla="*/ 83 h 475"/>
                <a:gd name="T16" fmla="*/ 457 w 457"/>
                <a:gd name="T17" fmla="*/ 340 h 475"/>
                <a:gd name="T18" fmla="*/ 262 w 457"/>
                <a:gd name="T19" fmla="*/ 340 h 475"/>
                <a:gd name="T20" fmla="*/ 262 w 457"/>
                <a:gd name="T21" fmla="*/ 475 h 475"/>
                <a:gd name="T22" fmla="*/ 196 w 457"/>
                <a:gd name="T23" fmla="*/ 475 h 475"/>
                <a:gd name="T24" fmla="*/ 196 w 457"/>
                <a:gd name="T25" fmla="*/ 340 h 475"/>
                <a:gd name="T26" fmla="*/ 66 w 457"/>
                <a:gd name="T27" fmla="*/ 120 h 475"/>
                <a:gd name="T28" fmla="*/ 66 w 457"/>
                <a:gd name="T29" fmla="*/ 303 h 475"/>
                <a:gd name="T30" fmla="*/ 196 w 457"/>
                <a:gd name="T31" fmla="*/ 303 h 475"/>
                <a:gd name="T32" fmla="*/ 196 w 457"/>
                <a:gd name="T33" fmla="*/ 120 h 475"/>
                <a:gd name="T34" fmla="*/ 66 w 457"/>
                <a:gd name="T35" fmla="*/ 120 h 475"/>
                <a:gd name="T36" fmla="*/ 392 w 457"/>
                <a:gd name="T37" fmla="*/ 303 h 475"/>
                <a:gd name="T38" fmla="*/ 392 w 457"/>
                <a:gd name="T39" fmla="*/ 120 h 475"/>
                <a:gd name="T40" fmla="*/ 262 w 457"/>
                <a:gd name="T41" fmla="*/ 120 h 475"/>
                <a:gd name="T42" fmla="*/ 262 w 457"/>
                <a:gd name="T43" fmla="*/ 303 h 475"/>
                <a:gd name="T44" fmla="*/ 392 w 457"/>
                <a:gd name="T45" fmla="*/ 303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7" h="475">
                  <a:moveTo>
                    <a:pt x="196" y="340"/>
                  </a:moveTo>
                  <a:lnTo>
                    <a:pt x="0" y="340"/>
                  </a:lnTo>
                  <a:lnTo>
                    <a:pt x="0" y="83"/>
                  </a:lnTo>
                  <a:lnTo>
                    <a:pt x="196" y="83"/>
                  </a:lnTo>
                  <a:lnTo>
                    <a:pt x="196" y="0"/>
                  </a:lnTo>
                  <a:lnTo>
                    <a:pt x="262" y="0"/>
                  </a:lnTo>
                  <a:lnTo>
                    <a:pt x="262" y="83"/>
                  </a:lnTo>
                  <a:lnTo>
                    <a:pt x="457" y="83"/>
                  </a:lnTo>
                  <a:lnTo>
                    <a:pt x="457" y="340"/>
                  </a:lnTo>
                  <a:lnTo>
                    <a:pt x="262" y="340"/>
                  </a:lnTo>
                  <a:lnTo>
                    <a:pt x="262" y="475"/>
                  </a:lnTo>
                  <a:lnTo>
                    <a:pt x="196" y="475"/>
                  </a:lnTo>
                  <a:lnTo>
                    <a:pt x="196" y="340"/>
                  </a:lnTo>
                  <a:close/>
                  <a:moveTo>
                    <a:pt x="66" y="120"/>
                  </a:moveTo>
                  <a:lnTo>
                    <a:pt x="66" y="303"/>
                  </a:lnTo>
                  <a:lnTo>
                    <a:pt x="196" y="303"/>
                  </a:lnTo>
                  <a:lnTo>
                    <a:pt x="196" y="120"/>
                  </a:lnTo>
                  <a:lnTo>
                    <a:pt x="66" y="120"/>
                  </a:lnTo>
                  <a:close/>
                  <a:moveTo>
                    <a:pt x="392" y="303"/>
                  </a:moveTo>
                  <a:lnTo>
                    <a:pt x="392" y="120"/>
                  </a:lnTo>
                  <a:lnTo>
                    <a:pt x="262" y="120"/>
                  </a:lnTo>
                  <a:lnTo>
                    <a:pt x="262" y="303"/>
                  </a:lnTo>
                  <a:lnTo>
                    <a:pt x="392" y="303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4">
              <a:extLst>
                <a:ext uri="{FF2B5EF4-FFF2-40B4-BE49-F238E27FC236}">
                  <a16:creationId xmlns:a16="http://schemas.microsoft.com/office/drawing/2014/main" id="{261A4768-6B56-4F2E-94E7-1D8B3484A0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40863" y="2706688"/>
              <a:ext cx="812800" cy="754063"/>
            </a:xfrm>
            <a:custGeom>
              <a:avLst/>
              <a:gdLst>
                <a:gd name="T0" fmla="*/ 0 w 290"/>
                <a:gd name="T1" fmla="*/ 229 h 268"/>
                <a:gd name="T2" fmla="*/ 38 w 290"/>
                <a:gd name="T3" fmla="*/ 101 h 268"/>
                <a:gd name="T4" fmla="*/ 60 w 290"/>
                <a:gd name="T5" fmla="*/ 105 h 268"/>
                <a:gd name="T6" fmla="*/ 35 w 290"/>
                <a:gd name="T7" fmla="*/ 238 h 268"/>
                <a:gd name="T8" fmla="*/ 0 w 290"/>
                <a:gd name="T9" fmla="*/ 229 h 268"/>
                <a:gd name="T10" fmla="*/ 243 w 290"/>
                <a:gd name="T11" fmla="*/ 268 h 268"/>
                <a:gd name="T12" fmla="*/ 252 w 290"/>
                <a:gd name="T13" fmla="*/ 238 h 268"/>
                <a:gd name="T14" fmla="*/ 128 w 290"/>
                <a:gd name="T15" fmla="*/ 238 h 268"/>
                <a:gd name="T16" fmla="*/ 118 w 290"/>
                <a:gd name="T17" fmla="*/ 234 h 268"/>
                <a:gd name="T18" fmla="*/ 114 w 290"/>
                <a:gd name="T19" fmla="*/ 223 h 268"/>
                <a:gd name="T20" fmla="*/ 114 w 290"/>
                <a:gd name="T21" fmla="*/ 61 h 268"/>
                <a:gd name="T22" fmla="*/ 77 w 290"/>
                <a:gd name="T23" fmla="*/ 61 h 268"/>
                <a:gd name="T24" fmla="*/ 77 w 290"/>
                <a:gd name="T25" fmla="*/ 235 h 268"/>
                <a:gd name="T26" fmla="*/ 86 w 290"/>
                <a:gd name="T27" fmla="*/ 258 h 268"/>
                <a:gd name="T28" fmla="*/ 110 w 290"/>
                <a:gd name="T29" fmla="*/ 268 h 268"/>
                <a:gd name="T30" fmla="*/ 243 w 290"/>
                <a:gd name="T31" fmla="*/ 268 h 268"/>
                <a:gd name="T32" fmla="*/ 164 w 290"/>
                <a:gd name="T33" fmla="*/ 107 h 268"/>
                <a:gd name="T34" fmla="*/ 107 w 290"/>
                <a:gd name="T35" fmla="*/ 13 h 268"/>
                <a:gd name="T36" fmla="*/ 124 w 290"/>
                <a:gd name="T37" fmla="*/ 0 h 268"/>
                <a:gd name="T38" fmla="*/ 196 w 290"/>
                <a:gd name="T39" fmla="*/ 88 h 268"/>
                <a:gd name="T40" fmla="*/ 164 w 290"/>
                <a:gd name="T41" fmla="*/ 107 h 268"/>
                <a:gd name="T42" fmla="*/ 255 w 290"/>
                <a:gd name="T43" fmla="*/ 195 h 268"/>
                <a:gd name="T44" fmla="*/ 213 w 290"/>
                <a:gd name="T45" fmla="*/ 94 h 268"/>
                <a:gd name="T46" fmla="*/ 232 w 290"/>
                <a:gd name="T47" fmla="*/ 84 h 268"/>
                <a:gd name="T48" fmla="*/ 290 w 290"/>
                <a:gd name="T49" fmla="*/ 181 h 268"/>
                <a:gd name="T50" fmla="*/ 255 w 290"/>
                <a:gd name="T51" fmla="*/ 195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0" h="268">
                  <a:moveTo>
                    <a:pt x="0" y="229"/>
                  </a:moveTo>
                  <a:cubicBezTo>
                    <a:pt x="16" y="185"/>
                    <a:pt x="29" y="142"/>
                    <a:pt x="38" y="101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55" y="158"/>
                    <a:pt x="47" y="202"/>
                    <a:pt x="35" y="238"/>
                  </a:cubicBezTo>
                  <a:lnTo>
                    <a:pt x="0" y="229"/>
                  </a:lnTo>
                  <a:close/>
                  <a:moveTo>
                    <a:pt x="243" y="268"/>
                  </a:moveTo>
                  <a:cubicBezTo>
                    <a:pt x="252" y="238"/>
                    <a:pt x="252" y="238"/>
                    <a:pt x="252" y="238"/>
                  </a:cubicBezTo>
                  <a:cubicBezTo>
                    <a:pt x="128" y="238"/>
                    <a:pt x="128" y="238"/>
                    <a:pt x="128" y="238"/>
                  </a:cubicBezTo>
                  <a:cubicBezTo>
                    <a:pt x="124" y="238"/>
                    <a:pt x="121" y="236"/>
                    <a:pt x="118" y="234"/>
                  </a:cubicBezTo>
                  <a:cubicBezTo>
                    <a:pt x="115" y="231"/>
                    <a:pt x="114" y="227"/>
                    <a:pt x="114" y="223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77" y="61"/>
                    <a:pt x="77" y="61"/>
                    <a:pt x="77" y="61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7" y="244"/>
                    <a:pt x="80" y="252"/>
                    <a:pt x="86" y="258"/>
                  </a:cubicBezTo>
                  <a:cubicBezTo>
                    <a:pt x="92" y="265"/>
                    <a:pt x="100" y="268"/>
                    <a:pt x="110" y="268"/>
                  </a:cubicBezTo>
                  <a:lnTo>
                    <a:pt x="243" y="268"/>
                  </a:lnTo>
                  <a:close/>
                  <a:moveTo>
                    <a:pt x="164" y="107"/>
                  </a:moveTo>
                  <a:cubicBezTo>
                    <a:pt x="145" y="72"/>
                    <a:pt x="127" y="41"/>
                    <a:pt x="107" y="13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58" y="33"/>
                    <a:pt x="182" y="62"/>
                    <a:pt x="196" y="88"/>
                  </a:cubicBezTo>
                  <a:lnTo>
                    <a:pt x="164" y="107"/>
                  </a:lnTo>
                  <a:close/>
                  <a:moveTo>
                    <a:pt x="255" y="195"/>
                  </a:moveTo>
                  <a:cubicBezTo>
                    <a:pt x="242" y="158"/>
                    <a:pt x="228" y="124"/>
                    <a:pt x="213" y="94"/>
                  </a:cubicBezTo>
                  <a:cubicBezTo>
                    <a:pt x="232" y="84"/>
                    <a:pt x="232" y="84"/>
                    <a:pt x="232" y="84"/>
                  </a:cubicBezTo>
                  <a:cubicBezTo>
                    <a:pt x="260" y="121"/>
                    <a:pt x="279" y="153"/>
                    <a:pt x="290" y="181"/>
                  </a:cubicBezTo>
                  <a:lnTo>
                    <a:pt x="255" y="19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Freeform 65">
              <a:extLst>
                <a:ext uri="{FF2B5EF4-FFF2-40B4-BE49-F238E27FC236}">
                  <a16:creationId xmlns:a16="http://schemas.microsoft.com/office/drawing/2014/main" id="{446C69EE-4282-483F-8B3D-0D6A320731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6838" y="3765551"/>
              <a:ext cx="347663" cy="393700"/>
            </a:xfrm>
            <a:custGeom>
              <a:avLst/>
              <a:gdLst>
                <a:gd name="T0" fmla="*/ 0 w 124"/>
                <a:gd name="T1" fmla="*/ 0 h 140"/>
                <a:gd name="T2" fmla="*/ 58 w 124"/>
                <a:gd name="T3" fmla="*/ 0 h 140"/>
                <a:gd name="T4" fmla="*/ 107 w 124"/>
                <a:gd name="T5" fmla="*/ 17 h 140"/>
                <a:gd name="T6" fmla="*/ 124 w 124"/>
                <a:gd name="T7" fmla="*/ 70 h 140"/>
                <a:gd name="T8" fmla="*/ 106 w 124"/>
                <a:gd name="T9" fmla="*/ 122 h 140"/>
                <a:gd name="T10" fmla="*/ 54 w 124"/>
                <a:gd name="T11" fmla="*/ 140 h 140"/>
                <a:gd name="T12" fmla="*/ 0 w 124"/>
                <a:gd name="T13" fmla="*/ 140 h 140"/>
                <a:gd name="T14" fmla="*/ 0 w 124"/>
                <a:gd name="T15" fmla="*/ 0 h 140"/>
                <a:gd name="T16" fmla="*/ 25 w 124"/>
                <a:gd name="T17" fmla="*/ 20 h 140"/>
                <a:gd name="T18" fmla="*/ 25 w 124"/>
                <a:gd name="T19" fmla="*/ 119 h 140"/>
                <a:gd name="T20" fmla="*/ 55 w 124"/>
                <a:gd name="T21" fmla="*/ 119 h 140"/>
                <a:gd name="T22" fmla="*/ 88 w 124"/>
                <a:gd name="T23" fmla="*/ 107 h 140"/>
                <a:gd name="T24" fmla="*/ 99 w 124"/>
                <a:gd name="T25" fmla="*/ 68 h 140"/>
                <a:gd name="T26" fmla="*/ 88 w 124"/>
                <a:gd name="T27" fmla="*/ 32 h 140"/>
                <a:gd name="T28" fmla="*/ 57 w 124"/>
                <a:gd name="T29" fmla="*/ 20 h 140"/>
                <a:gd name="T30" fmla="*/ 25 w 124"/>
                <a:gd name="T31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40">
                  <a:moveTo>
                    <a:pt x="0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0" y="0"/>
                    <a:pt x="96" y="6"/>
                    <a:pt x="107" y="17"/>
                  </a:cubicBezTo>
                  <a:cubicBezTo>
                    <a:pt x="118" y="29"/>
                    <a:pt x="124" y="46"/>
                    <a:pt x="124" y="70"/>
                  </a:cubicBezTo>
                  <a:cubicBezTo>
                    <a:pt x="124" y="92"/>
                    <a:pt x="118" y="109"/>
                    <a:pt x="106" y="122"/>
                  </a:cubicBezTo>
                  <a:cubicBezTo>
                    <a:pt x="94" y="134"/>
                    <a:pt x="77" y="140"/>
                    <a:pt x="5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5" y="20"/>
                  </a:moveTo>
                  <a:cubicBezTo>
                    <a:pt x="25" y="119"/>
                    <a:pt x="25" y="119"/>
                    <a:pt x="25" y="119"/>
                  </a:cubicBezTo>
                  <a:cubicBezTo>
                    <a:pt x="55" y="119"/>
                    <a:pt x="55" y="119"/>
                    <a:pt x="55" y="119"/>
                  </a:cubicBezTo>
                  <a:cubicBezTo>
                    <a:pt x="70" y="119"/>
                    <a:pt x="81" y="115"/>
                    <a:pt x="88" y="107"/>
                  </a:cubicBezTo>
                  <a:cubicBezTo>
                    <a:pt x="95" y="99"/>
                    <a:pt x="99" y="86"/>
                    <a:pt x="99" y="68"/>
                  </a:cubicBezTo>
                  <a:cubicBezTo>
                    <a:pt x="99" y="52"/>
                    <a:pt x="95" y="40"/>
                    <a:pt x="88" y="32"/>
                  </a:cubicBezTo>
                  <a:cubicBezTo>
                    <a:pt x="81" y="24"/>
                    <a:pt x="71" y="20"/>
                    <a:pt x="57" y="2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5" name="Freeform 66">
              <a:extLst>
                <a:ext uri="{FF2B5EF4-FFF2-40B4-BE49-F238E27FC236}">
                  <a16:creationId xmlns:a16="http://schemas.microsoft.com/office/drawing/2014/main" id="{2EAB05F2-E169-4ACB-80F8-F466F2942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476" y="3754438"/>
              <a:ext cx="371475" cy="415925"/>
            </a:xfrm>
            <a:custGeom>
              <a:avLst/>
              <a:gdLst>
                <a:gd name="T0" fmla="*/ 132 w 133"/>
                <a:gd name="T1" fmla="*/ 48 h 148"/>
                <a:gd name="T2" fmla="*/ 108 w 133"/>
                <a:gd name="T3" fmla="*/ 48 h 148"/>
                <a:gd name="T4" fmla="*/ 96 w 133"/>
                <a:gd name="T5" fmla="*/ 28 h 148"/>
                <a:gd name="T6" fmla="*/ 70 w 133"/>
                <a:gd name="T7" fmla="*/ 21 h 148"/>
                <a:gd name="T8" fmla="*/ 37 w 133"/>
                <a:gd name="T9" fmla="*/ 35 h 148"/>
                <a:gd name="T10" fmla="*/ 25 w 133"/>
                <a:gd name="T11" fmla="*/ 73 h 148"/>
                <a:gd name="T12" fmla="*/ 37 w 133"/>
                <a:gd name="T13" fmla="*/ 112 h 148"/>
                <a:gd name="T14" fmla="*/ 69 w 133"/>
                <a:gd name="T15" fmla="*/ 127 h 148"/>
                <a:gd name="T16" fmla="*/ 96 w 133"/>
                <a:gd name="T17" fmla="*/ 118 h 148"/>
                <a:gd name="T18" fmla="*/ 108 w 133"/>
                <a:gd name="T19" fmla="*/ 94 h 148"/>
                <a:gd name="T20" fmla="*/ 133 w 133"/>
                <a:gd name="T21" fmla="*/ 94 h 148"/>
                <a:gd name="T22" fmla="*/ 114 w 133"/>
                <a:gd name="T23" fmla="*/ 133 h 148"/>
                <a:gd name="T24" fmla="*/ 68 w 133"/>
                <a:gd name="T25" fmla="*/ 148 h 148"/>
                <a:gd name="T26" fmla="*/ 18 w 133"/>
                <a:gd name="T27" fmla="*/ 128 h 148"/>
                <a:gd name="T28" fmla="*/ 0 w 133"/>
                <a:gd name="T29" fmla="*/ 74 h 148"/>
                <a:gd name="T30" fmla="*/ 18 w 133"/>
                <a:gd name="T31" fmla="*/ 20 h 148"/>
                <a:gd name="T32" fmla="*/ 70 w 133"/>
                <a:gd name="T33" fmla="*/ 0 h 148"/>
                <a:gd name="T34" fmla="*/ 114 w 133"/>
                <a:gd name="T35" fmla="*/ 13 h 148"/>
                <a:gd name="T36" fmla="*/ 132 w 133"/>
                <a:gd name="T37" fmla="*/ 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8">
                  <a:moveTo>
                    <a:pt x="132" y="48"/>
                  </a:moveTo>
                  <a:cubicBezTo>
                    <a:pt x="108" y="48"/>
                    <a:pt x="108" y="48"/>
                    <a:pt x="108" y="48"/>
                  </a:cubicBezTo>
                  <a:cubicBezTo>
                    <a:pt x="106" y="39"/>
                    <a:pt x="102" y="33"/>
                    <a:pt x="96" y="28"/>
                  </a:cubicBezTo>
                  <a:cubicBezTo>
                    <a:pt x="89" y="24"/>
                    <a:pt x="80" y="21"/>
                    <a:pt x="70" y="21"/>
                  </a:cubicBezTo>
                  <a:cubicBezTo>
                    <a:pt x="55" y="21"/>
                    <a:pt x="44" y="26"/>
                    <a:pt x="37" y="35"/>
                  </a:cubicBezTo>
                  <a:cubicBezTo>
                    <a:pt x="29" y="44"/>
                    <a:pt x="25" y="57"/>
                    <a:pt x="25" y="73"/>
                  </a:cubicBezTo>
                  <a:cubicBezTo>
                    <a:pt x="25" y="90"/>
                    <a:pt x="29" y="103"/>
                    <a:pt x="37" y="112"/>
                  </a:cubicBezTo>
                  <a:cubicBezTo>
                    <a:pt x="45" y="122"/>
                    <a:pt x="56" y="127"/>
                    <a:pt x="69" y="127"/>
                  </a:cubicBezTo>
                  <a:cubicBezTo>
                    <a:pt x="80" y="127"/>
                    <a:pt x="89" y="124"/>
                    <a:pt x="96" y="118"/>
                  </a:cubicBezTo>
                  <a:cubicBezTo>
                    <a:pt x="104" y="112"/>
                    <a:pt x="108" y="104"/>
                    <a:pt x="108" y="94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2" y="110"/>
                    <a:pt x="126" y="122"/>
                    <a:pt x="114" y="133"/>
                  </a:cubicBezTo>
                  <a:cubicBezTo>
                    <a:pt x="102" y="143"/>
                    <a:pt x="87" y="148"/>
                    <a:pt x="68" y="148"/>
                  </a:cubicBezTo>
                  <a:cubicBezTo>
                    <a:pt x="47" y="148"/>
                    <a:pt x="30" y="141"/>
                    <a:pt x="18" y="128"/>
                  </a:cubicBezTo>
                  <a:cubicBezTo>
                    <a:pt x="6" y="115"/>
                    <a:pt x="0" y="97"/>
                    <a:pt x="0" y="74"/>
                  </a:cubicBezTo>
                  <a:cubicBezTo>
                    <a:pt x="0" y="51"/>
                    <a:pt x="6" y="33"/>
                    <a:pt x="18" y="20"/>
                  </a:cubicBezTo>
                  <a:cubicBezTo>
                    <a:pt x="31" y="7"/>
                    <a:pt x="48" y="0"/>
                    <a:pt x="70" y="0"/>
                  </a:cubicBezTo>
                  <a:cubicBezTo>
                    <a:pt x="88" y="0"/>
                    <a:pt x="103" y="5"/>
                    <a:pt x="114" y="13"/>
                  </a:cubicBezTo>
                  <a:cubicBezTo>
                    <a:pt x="125" y="22"/>
                    <a:pt x="131" y="33"/>
                    <a:pt x="132" y="48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" name="Freeform 67">
              <a:extLst>
                <a:ext uri="{FF2B5EF4-FFF2-40B4-BE49-F238E27FC236}">
                  <a16:creationId xmlns:a16="http://schemas.microsoft.com/office/drawing/2014/main" id="{5D24DB15-CFF5-4FD6-9B20-14087DE59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8563" y="3765551"/>
              <a:ext cx="330200" cy="393700"/>
            </a:xfrm>
            <a:custGeom>
              <a:avLst/>
              <a:gdLst>
                <a:gd name="T0" fmla="*/ 0 w 118"/>
                <a:gd name="T1" fmla="*/ 0 h 140"/>
                <a:gd name="T2" fmla="*/ 64 w 118"/>
                <a:gd name="T3" fmla="*/ 0 h 140"/>
                <a:gd name="T4" fmla="*/ 70 w 118"/>
                <a:gd name="T5" fmla="*/ 1 h 140"/>
                <a:gd name="T6" fmla="*/ 72 w 118"/>
                <a:gd name="T7" fmla="*/ 1 h 140"/>
                <a:gd name="T8" fmla="*/ 103 w 118"/>
                <a:gd name="T9" fmla="*/ 11 h 140"/>
                <a:gd name="T10" fmla="*/ 114 w 118"/>
                <a:gd name="T11" fmla="*/ 39 h 140"/>
                <a:gd name="T12" fmla="*/ 108 w 118"/>
                <a:gd name="T13" fmla="*/ 60 h 140"/>
                <a:gd name="T14" fmla="*/ 92 w 118"/>
                <a:gd name="T15" fmla="*/ 72 h 140"/>
                <a:gd name="T16" fmla="*/ 106 w 118"/>
                <a:gd name="T17" fmla="*/ 81 h 140"/>
                <a:gd name="T18" fmla="*/ 110 w 118"/>
                <a:gd name="T19" fmla="*/ 100 h 140"/>
                <a:gd name="T20" fmla="*/ 112 w 118"/>
                <a:gd name="T21" fmla="*/ 120 h 140"/>
                <a:gd name="T22" fmla="*/ 112 w 118"/>
                <a:gd name="T23" fmla="*/ 120 h 140"/>
                <a:gd name="T24" fmla="*/ 118 w 118"/>
                <a:gd name="T25" fmla="*/ 136 h 140"/>
                <a:gd name="T26" fmla="*/ 118 w 118"/>
                <a:gd name="T27" fmla="*/ 140 h 140"/>
                <a:gd name="T28" fmla="*/ 90 w 118"/>
                <a:gd name="T29" fmla="*/ 140 h 140"/>
                <a:gd name="T30" fmla="*/ 88 w 118"/>
                <a:gd name="T31" fmla="*/ 134 h 140"/>
                <a:gd name="T32" fmla="*/ 86 w 118"/>
                <a:gd name="T33" fmla="*/ 122 h 140"/>
                <a:gd name="T34" fmla="*/ 86 w 118"/>
                <a:gd name="T35" fmla="*/ 105 h 140"/>
                <a:gd name="T36" fmla="*/ 79 w 118"/>
                <a:gd name="T37" fmla="*/ 87 h 140"/>
                <a:gd name="T38" fmla="*/ 62 w 118"/>
                <a:gd name="T39" fmla="*/ 83 h 140"/>
                <a:gd name="T40" fmla="*/ 57 w 118"/>
                <a:gd name="T41" fmla="*/ 83 h 140"/>
                <a:gd name="T42" fmla="*/ 24 w 118"/>
                <a:gd name="T43" fmla="*/ 83 h 140"/>
                <a:gd name="T44" fmla="*/ 24 w 118"/>
                <a:gd name="T45" fmla="*/ 140 h 140"/>
                <a:gd name="T46" fmla="*/ 0 w 118"/>
                <a:gd name="T47" fmla="*/ 140 h 140"/>
                <a:gd name="T48" fmla="*/ 0 w 118"/>
                <a:gd name="T49" fmla="*/ 0 h 140"/>
                <a:gd name="T50" fmla="*/ 24 w 118"/>
                <a:gd name="T51" fmla="*/ 20 h 140"/>
                <a:gd name="T52" fmla="*/ 24 w 118"/>
                <a:gd name="T53" fmla="*/ 63 h 140"/>
                <a:gd name="T54" fmla="*/ 60 w 118"/>
                <a:gd name="T55" fmla="*/ 63 h 140"/>
                <a:gd name="T56" fmla="*/ 82 w 118"/>
                <a:gd name="T57" fmla="*/ 58 h 140"/>
                <a:gd name="T58" fmla="*/ 89 w 118"/>
                <a:gd name="T59" fmla="*/ 41 h 140"/>
                <a:gd name="T60" fmla="*/ 82 w 118"/>
                <a:gd name="T61" fmla="*/ 25 h 140"/>
                <a:gd name="T62" fmla="*/ 60 w 118"/>
                <a:gd name="T63" fmla="*/ 20 h 140"/>
                <a:gd name="T64" fmla="*/ 24 w 118"/>
                <a:gd name="T6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8" h="140">
                  <a:moveTo>
                    <a:pt x="0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8" y="0"/>
                    <a:pt x="70" y="1"/>
                  </a:cubicBezTo>
                  <a:cubicBezTo>
                    <a:pt x="71" y="1"/>
                    <a:pt x="72" y="1"/>
                    <a:pt x="72" y="1"/>
                  </a:cubicBezTo>
                  <a:cubicBezTo>
                    <a:pt x="85" y="1"/>
                    <a:pt x="95" y="4"/>
                    <a:pt x="103" y="11"/>
                  </a:cubicBezTo>
                  <a:cubicBezTo>
                    <a:pt x="110" y="18"/>
                    <a:pt x="114" y="27"/>
                    <a:pt x="114" y="39"/>
                  </a:cubicBezTo>
                  <a:cubicBezTo>
                    <a:pt x="114" y="47"/>
                    <a:pt x="112" y="54"/>
                    <a:pt x="108" y="60"/>
                  </a:cubicBezTo>
                  <a:cubicBezTo>
                    <a:pt x="105" y="65"/>
                    <a:pt x="99" y="69"/>
                    <a:pt x="92" y="72"/>
                  </a:cubicBezTo>
                  <a:cubicBezTo>
                    <a:pt x="99" y="74"/>
                    <a:pt x="103" y="77"/>
                    <a:pt x="106" y="81"/>
                  </a:cubicBezTo>
                  <a:cubicBezTo>
                    <a:pt x="108" y="85"/>
                    <a:pt x="110" y="91"/>
                    <a:pt x="110" y="10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9"/>
                    <a:pt x="114" y="134"/>
                    <a:pt x="118" y="136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90" y="140"/>
                    <a:pt x="90" y="140"/>
                    <a:pt x="90" y="140"/>
                  </a:cubicBezTo>
                  <a:cubicBezTo>
                    <a:pt x="89" y="138"/>
                    <a:pt x="88" y="136"/>
                    <a:pt x="88" y="134"/>
                  </a:cubicBezTo>
                  <a:cubicBezTo>
                    <a:pt x="87" y="131"/>
                    <a:pt x="87" y="127"/>
                    <a:pt x="86" y="122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5" y="96"/>
                    <a:pt x="83" y="90"/>
                    <a:pt x="79" y="87"/>
                  </a:cubicBezTo>
                  <a:cubicBezTo>
                    <a:pt x="76" y="84"/>
                    <a:pt x="70" y="83"/>
                    <a:pt x="62" y="83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4" y="20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60" y="63"/>
                    <a:pt x="60" y="63"/>
                    <a:pt x="60" y="63"/>
                  </a:cubicBezTo>
                  <a:cubicBezTo>
                    <a:pt x="70" y="63"/>
                    <a:pt x="77" y="61"/>
                    <a:pt x="82" y="58"/>
                  </a:cubicBezTo>
                  <a:cubicBezTo>
                    <a:pt x="86" y="54"/>
                    <a:pt x="89" y="49"/>
                    <a:pt x="89" y="41"/>
                  </a:cubicBezTo>
                  <a:cubicBezTo>
                    <a:pt x="89" y="34"/>
                    <a:pt x="87" y="28"/>
                    <a:pt x="82" y="25"/>
                  </a:cubicBezTo>
                  <a:cubicBezTo>
                    <a:pt x="78" y="22"/>
                    <a:pt x="70" y="20"/>
                    <a:pt x="60" y="20"/>
                  </a:cubicBezTo>
                  <a:lnTo>
                    <a:pt x="24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" name="Freeform 68">
              <a:extLst>
                <a:ext uri="{FF2B5EF4-FFF2-40B4-BE49-F238E27FC236}">
                  <a16:creationId xmlns:a16="http://schemas.microsoft.com/office/drawing/2014/main" id="{7D52D44D-2B35-4AE3-BB86-B5C8CF7B4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321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Freeform 69">
              <a:extLst>
                <a:ext uri="{FF2B5EF4-FFF2-40B4-BE49-F238E27FC236}">
                  <a16:creationId xmlns:a16="http://schemas.microsoft.com/office/drawing/2014/main" id="{BA36D954-E29E-4647-8B0F-AC0176FC8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301" y="3860801"/>
              <a:ext cx="263525" cy="306388"/>
            </a:xfrm>
            <a:custGeom>
              <a:avLst/>
              <a:gdLst>
                <a:gd name="T0" fmla="*/ 91 w 94"/>
                <a:gd name="T1" fmla="*/ 33 h 109"/>
                <a:gd name="T2" fmla="*/ 68 w 94"/>
                <a:gd name="T3" fmla="*/ 33 h 109"/>
                <a:gd name="T4" fmla="*/ 62 w 94"/>
                <a:gd name="T5" fmla="*/ 22 h 109"/>
                <a:gd name="T6" fmla="*/ 45 w 94"/>
                <a:gd name="T7" fmla="*/ 18 h 109"/>
                <a:gd name="T8" fmla="*/ 32 w 94"/>
                <a:gd name="T9" fmla="*/ 21 h 109"/>
                <a:gd name="T10" fmla="*/ 27 w 94"/>
                <a:gd name="T11" fmla="*/ 29 h 109"/>
                <a:gd name="T12" fmla="*/ 31 w 94"/>
                <a:gd name="T13" fmla="*/ 37 h 109"/>
                <a:gd name="T14" fmla="*/ 45 w 94"/>
                <a:gd name="T15" fmla="*/ 42 h 109"/>
                <a:gd name="T16" fmla="*/ 59 w 94"/>
                <a:gd name="T17" fmla="*/ 45 h 109"/>
                <a:gd name="T18" fmla="*/ 87 w 94"/>
                <a:gd name="T19" fmla="*/ 56 h 109"/>
                <a:gd name="T20" fmla="*/ 94 w 94"/>
                <a:gd name="T21" fmla="*/ 75 h 109"/>
                <a:gd name="T22" fmla="*/ 82 w 94"/>
                <a:gd name="T23" fmla="*/ 100 h 109"/>
                <a:gd name="T24" fmla="*/ 47 w 94"/>
                <a:gd name="T25" fmla="*/ 109 h 109"/>
                <a:gd name="T26" fmla="*/ 12 w 94"/>
                <a:gd name="T27" fmla="*/ 100 h 109"/>
                <a:gd name="T28" fmla="*/ 0 w 94"/>
                <a:gd name="T29" fmla="*/ 73 h 109"/>
                <a:gd name="T30" fmla="*/ 23 w 94"/>
                <a:gd name="T31" fmla="*/ 73 h 109"/>
                <a:gd name="T32" fmla="*/ 30 w 94"/>
                <a:gd name="T33" fmla="*/ 87 h 109"/>
                <a:gd name="T34" fmla="*/ 49 w 94"/>
                <a:gd name="T35" fmla="*/ 91 h 109"/>
                <a:gd name="T36" fmla="*/ 65 w 94"/>
                <a:gd name="T37" fmla="*/ 88 h 109"/>
                <a:gd name="T38" fmla="*/ 71 w 94"/>
                <a:gd name="T39" fmla="*/ 78 h 109"/>
                <a:gd name="T40" fmla="*/ 67 w 94"/>
                <a:gd name="T41" fmla="*/ 71 h 109"/>
                <a:gd name="T42" fmla="*/ 54 w 94"/>
                <a:gd name="T43" fmla="*/ 66 h 109"/>
                <a:gd name="T44" fmla="*/ 37 w 94"/>
                <a:gd name="T45" fmla="*/ 62 h 109"/>
                <a:gd name="T46" fmla="*/ 11 w 94"/>
                <a:gd name="T47" fmla="*/ 51 h 109"/>
                <a:gd name="T48" fmla="*/ 3 w 94"/>
                <a:gd name="T49" fmla="*/ 32 h 109"/>
                <a:gd name="T50" fmla="*/ 15 w 94"/>
                <a:gd name="T51" fmla="*/ 9 h 109"/>
                <a:gd name="T52" fmla="*/ 46 w 94"/>
                <a:gd name="T53" fmla="*/ 0 h 109"/>
                <a:gd name="T54" fmla="*/ 79 w 94"/>
                <a:gd name="T55" fmla="*/ 9 h 109"/>
                <a:gd name="T56" fmla="*/ 91 w 94"/>
                <a:gd name="T57" fmla="*/ 3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09">
                  <a:moveTo>
                    <a:pt x="91" y="33"/>
                  </a:moveTo>
                  <a:cubicBezTo>
                    <a:pt x="68" y="33"/>
                    <a:pt x="68" y="33"/>
                    <a:pt x="68" y="33"/>
                  </a:cubicBezTo>
                  <a:cubicBezTo>
                    <a:pt x="68" y="28"/>
                    <a:pt x="66" y="25"/>
                    <a:pt x="62" y="22"/>
                  </a:cubicBezTo>
                  <a:cubicBezTo>
                    <a:pt x="58" y="19"/>
                    <a:pt x="52" y="18"/>
                    <a:pt x="45" y="18"/>
                  </a:cubicBezTo>
                  <a:cubicBezTo>
                    <a:pt x="40" y="18"/>
                    <a:pt x="35" y="19"/>
                    <a:pt x="32" y="21"/>
                  </a:cubicBezTo>
                  <a:cubicBezTo>
                    <a:pt x="28" y="23"/>
                    <a:pt x="27" y="26"/>
                    <a:pt x="27" y="29"/>
                  </a:cubicBezTo>
                  <a:cubicBezTo>
                    <a:pt x="27" y="32"/>
                    <a:pt x="28" y="35"/>
                    <a:pt x="31" y="37"/>
                  </a:cubicBezTo>
                  <a:cubicBezTo>
                    <a:pt x="33" y="39"/>
                    <a:pt x="38" y="41"/>
                    <a:pt x="45" y="42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72" y="48"/>
                    <a:pt x="82" y="52"/>
                    <a:pt x="87" y="56"/>
                  </a:cubicBezTo>
                  <a:cubicBezTo>
                    <a:pt x="92" y="61"/>
                    <a:pt x="94" y="67"/>
                    <a:pt x="94" y="75"/>
                  </a:cubicBezTo>
                  <a:cubicBezTo>
                    <a:pt x="94" y="86"/>
                    <a:pt x="90" y="94"/>
                    <a:pt x="82" y="100"/>
                  </a:cubicBezTo>
                  <a:cubicBezTo>
                    <a:pt x="73" y="106"/>
                    <a:pt x="62" y="109"/>
                    <a:pt x="47" y="109"/>
                  </a:cubicBezTo>
                  <a:cubicBezTo>
                    <a:pt x="32" y="109"/>
                    <a:pt x="20" y="106"/>
                    <a:pt x="12" y="100"/>
                  </a:cubicBezTo>
                  <a:cubicBezTo>
                    <a:pt x="4" y="94"/>
                    <a:pt x="0" y="85"/>
                    <a:pt x="0" y="7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9"/>
                    <a:pt x="26" y="84"/>
                    <a:pt x="30" y="87"/>
                  </a:cubicBezTo>
                  <a:cubicBezTo>
                    <a:pt x="34" y="90"/>
                    <a:pt x="41" y="91"/>
                    <a:pt x="49" y="91"/>
                  </a:cubicBezTo>
                  <a:cubicBezTo>
                    <a:pt x="56" y="91"/>
                    <a:pt x="61" y="90"/>
                    <a:pt x="65" y="88"/>
                  </a:cubicBezTo>
                  <a:cubicBezTo>
                    <a:pt x="69" y="85"/>
                    <a:pt x="71" y="82"/>
                    <a:pt x="71" y="78"/>
                  </a:cubicBezTo>
                  <a:cubicBezTo>
                    <a:pt x="71" y="75"/>
                    <a:pt x="70" y="72"/>
                    <a:pt x="67" y="71"/>
                  </a:cubicBezTo>
                  <a:cubicBezTo>
                    <a:pt x="65" y="69"/>
                    <a:pt x="61" y="67"/>
                    <a:pt x="54" y="66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25" y="59"/>
                    <a:pt x="16" y="55"/>
                    <a:pt x="11" y="51"/>
                  </a:cubicBezTo>
                  <a:cubicBezTo>
                    <a:pt x="6" y="46"/>
                    <a:pt x="3" y="40"/>
                    <a:pt x="3" y="32"/>
                  </a:cubicBezTo>
                  <a:cubicBezTo>
                    <a:pt x="3" y="23"/>
                    <a:pt x="7" y="15"/>
                    <a:pt x="15" y="9"/>
                  </a:cubicBezTo>
                  <a:cubicBezTo>
                    <a:pt x="23" y="3"/>
                    <a:pt x="33" y="0"/>
                    <a:pt x="46" y="0"/>
                  </a:cubicBezTo>
                  <a:cubicBezTo>
                    <a:pt x="60" y="0"/>
                    <a:pt x="71" y="3"/>
                    <a:pt x="79" y="9"/>
                  </a:cubicBezTo>
                  <a:cubicBezTo>
                    <a:pt x="87" y="15"/>
                    <a:pt x="91" y="23"/>
                    <a:pt x="91" y="33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" name="Freeform 70">
              <a:extLst>
                <a:ext uri="{FF2B5EF4-FFF2-40B4-BE49-F238E27FC236}">
                  <a16:creationId xmlns:a16="http://schemas.microsoft.com/office/drawing/2014/main" id="{591B8935-3C41-498D-91D3-569959F38B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0276" y="3860801"/>
              <a:ext cx="280988" cy="306388"/>
            </a:xfrm>
            <a:custGeom>
              <a:avLst/>
              <a:gdLst>
                <a:gd name="T0" fmla="*/ 100 w 100"/>
                <a:gd name="T1" fmla="*/ 61 h 109"/>
                <a:gd name="T2" fmla="*/ 24 w 100"/>
                <a:gd name="T3" fmla="*/ 61 h 109"/>
                <a:gd name="T4" fmla="*/ 31 w 100"/>
                <a:gd name="T5" fmla="*/ 83 h 109"/>
                <a:gd name="T6" fmla="*/ 51 w 100"/>
                <a:gd name="T7" fmla="*/ 91 h 109"/>
                <a:gd name="T8" fmla="*/ 67 w 100"/>
                <a:gd name="T9" fmla="*/ 86 h 109"/>
                <a:gd name="T10" fmla="*/ 76 w 100"/>
                <a:gd name="T11" fmla="*/ 74 h 109"/>
                <a:gd name="T12" fmla="*/ 99 w 100"/>
                <a:gd name="T13" fmla="*/ 74 h 109"/>
                <a:gd name="T14" fmla="*/ 82 w 100"/>
                <a:gd name="T15" fmla="*/ 100 h 109"/>
                <a:gd name="T16" fmla="*/ 50 w 100"/>
                <a:gd name="T17" fmla="*/ 109 h 109"/>
                <a:gd name="T18" fmla="*/ 13 w 100"/>
                <a:gd name="T19" fmla="*/ 95 h 109"/>
                <a:gd name="T20" fmla="*/ 0 w 100"/>
                <a:gd name="T21" fmla="*/ 55 h 109"/>
                <a:gd name="T22" fmla="*/ 13 w 100"/>
                <a:gd name="T23" fmla="*/ 15 h 109"/>
                <a:gd name="T24" fmla="*/ 51 w 100"/>
                <a:gd name="T25" fmla="*/ 0 h 109"/>
                <a:gd name="T26" fmla="*/ 87 w 100"/>
                <a:gd name="T27" fmla="*/ 14 h 109"/>
                <a:gd name="T28" fmla="*/ 100 w 100"/>
                <a:gd name="T29" fmla="*/ 53 h 109"/>
                <a:gd name="T30" fmla="*/ 100 w 100"/>
                <a:gd name="T31" fmla="*/ 60 h 109"/>
                <a:gd name="T32" fmla="*/ 100 w 100"/>
                <a:gd name="T33" fmla="*/ 61 h 109"/>
                <a:gd name="T34" fmla="*/ 76 w 100"/>
                <a:gd name="T35" fmla="*/ 45 h 109"/>
                <a:gd name="T36" fmla="*/ 69 w 100"/>
                <a:gd name="T37" fmla="*/ 26 h 109"/>
                <a:gd name="T38" fmla="*/ 50 w 100"/>
                <a:gd name="T39" fmla="*/ 19 h 109"/>
                <a:gd name="T40" fmla="*/ 31 w 100"/>
                <a:gd name="T41" fmla="*/ 26 h 109"/>
                <a:gd name="T42" fmla="*/ 24 w 100"/>
                <a:gd name="T43" fmla="*/ 45 h 109"/>
                <a:gd name="T44" fmla="*/ 76 w 100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09">
                  <a:moveTo>
                    <a:pt x="100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4" y="70"/>
                    <a:pt x="26" y="78"/>
                    <a:pt x="31" y="83"/>
                  </a:cubicBezTo>
                  <a:cubicBezTo>
                    <a:pt x="36" y="88"/>
                    <a:pt x="43" y="91"/>
                    <a:pt x="51" y="91"/>
                  </a:cubicBezTo>
                  <a:cubicBezTo>
                    <a:pt x="58" y="91"/>
                    <a:pt x="63" y="89"/>
                    <a:pt x="67" y="86"/>
                  </a:cubicBezTo>
                  <a:cubicBezTo>
                    <a:pt x="71" y="83"/>
                    <a:pt x="74" y="79"/>
                    <a:pt x="76" y="74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97" y="85"/>
                    <a:pt x="91" y="93"/>
                    <a:pt x="82" y="100"/>
                  </a:cubicBezTo>
                  <a:cubicBezTo>
                    <a:pt x="73" y="106"/>
                    <a:pt x="62" y="109"/>
                    <a:pt x="50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4"/>
                    <a:pt x="13" y="15"/>
                  </a:cubicBezTo>
                  <a:cubicBezTo>
                    <a:pt x="22" y="5"/>
                    <a:pt x="35" y="0"/>
                    <a:pt x="51" y="0"/>
                  </a:cubicBezTo>
                  <a:cubicBezTo>
                    <a:pt x="66" y="0"/>
                    <a:pt x="78" y="5"/>
                    <a:pt x="87" y="14"/>
                  </a:cubicBezTo>
                  <a:cubicBezTo>
                    <a:pt x="96" y="24"/>
                    <a:pt x="100" y="37"/>
                    <a:pt x="100" y="53"/>
                  </a:cubicBezTo>
                  <a:cubicBezTo>
                    <a:pt x="100" y="55"/>
                    <a:pt x="100" y="57"/>
                    <a:pt x="100" y="60"/>
                  </a:cubicBezTo>
                  <a:cubicBezTo>
                    <a:pt x="100" y="61"/>
                    <a:pt x="100" y="61"/>
                    <a:pt x="100" y="61"/>
                  </a:cubicBezTo>
                  <a:close/>
                  <a:moveTo>
                    <a:pt x="76" y="45"/>
                  </a:moveTo>
                  <a:cubicBezTo>
                    <a:pt x="76" y="37"/>
                    <a:pt x="74" y="30"/>
                    <a:pt x="69" y="26"/>
                  </a:cubicBezTo>
                  <a:cubicBezTo>
                    <a:pt x="65" y="21"/>
                    <a:pt x="58" y="19"/>
                    <a:pt x="50" y="19"/>
                  </a:cubicBezTo>
                  <a:cubicBezTo>
                    <a:pt x="42" y="19"/>
                    <a:pt x="36" y="21"/>
                    <a:pt x="31" y="26"/>
                  </a:cubicBezTo>
                  <a:cubicBezTo>
                    <a:pt x="27" y="30"/>
                    <a:pt x="24" y="37"/>
                    <a:pt x="24" y="45"/>
                  </a:cubicBezTo>
                  <a:lnTo>
                    <a:pt x="76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3AA0B0E2-4A65-40B8-84C1-8F043EEE21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0951" y="3860801"/>
              <a:ext cx="293688" cy="306388"/>
            </a:xfrm>
            <a:custGeom>
              <a:avLst/>
              <a:gdLst>
                <a:gd name="T0" fmla="*/ 72 w 105"/>
                <a:gd name="T1" fmla="*/ 93 h 109"/>
                <a:gd name="T2" fmla="*/ 56 w 105"/>
                <a:gd name="T3" fmla="*/ 105 h 109"/>
                <a:gd name="T4" fmla="*/ 36 w 105"/>
                <a:gd name="T5" fmla="*/ 109 h 109"/>
                <a:gd name="T6" fmla="*/ 10 w 105"/>
                <a:gd name="T7" fmla="*/ 101 h 109"/>
                <a:gd name="T8" fmla="*/ 0 w 105"/>
                <a:gd name="T9" fmla="*/ 79 h 109"/>
                <a:gd name="T10" fmla="*/ 10 w 105"/>
                <a:gd name="T11" fmla="*/ 56 h 109"/>
                <a:gd name="T12" fmla="*/ 47 w 105"/>
                <a:gd name="T13" fmla="*/ 45 h 109"/>
                <a:gd name="T14" fmla="*/ 49 w 105"/>
                <a:gd name="T15" fmla="*/ 44 h 109"/>
                <a:gd name="T16" fmla="*/ 71 w 105"/>
                <a:gd name="T17" fmla="*/ 33 h 109"/>
                <a:gd name="T18" fmla="*/ 66 w 105"/>
                <a:gd name="T19" fmla="*/ 22 h 109"/>
                <a:gd name="T20" fmla="*/ 49 w 105"/>
                <a:gd name="T21" fmla="*/ 18 h 109"/>
                <a:gd name="T22" fmla="*/ 32 w 105"/>
                <a:gd name="T23" fmla="*/ 22 h 109"/>
                <a:gd name="T24" fmla="*/ 27 w 105"/>
                <a:gd name="T25" fmla="*/ 34 h 109"/>
                <a:gd name="T26" fmla="*/ 27 w 105"/>
                <a:gd name="T27" fmla="*/ 35 h 109"/>
                <a:gd name="T28" fmla="*/ 5 w 105"/>
                <a:gd name="T29" fmla="*/ 35 h 109"/>
                <a:gd name="T30" fmla="*/ 5 w 105"/>
                <a:gd name="T31" fmla="*/ 33 h 109"/>
                <a:gd name="T32" fmla="*/ 17 w 105"/>
                <a:gd name="T33" fmla="*/ 9 h 109"/>
                <a:gd name="T34" fmla="*/ 50 w 105"/>
                <a:gd name="T35" fmla="*/ 0 h 109"/>
                <a:gd name="T36" fmla="*/ 82 w 105"/>
                <a:gd name="T37" fmla="*/ 8 h 109"/>
                <a:gd name="T38" fmla="*/ 94 w 105"/>
                <a:gd name="T39" fmla="*/ 31 h 109"/>
                <a:gd name="T40" fmla="*/ 94 w 105"/>
                <a:gd name="T41" fmla="*/ 81 h 109"/>
                <a:gd name="T42" fmla="*/ 95 w 105"/>
                <a:gd name="T43" fmla="*/ 89 h 109"/>
                <a:gd name="T44" fmla="*/ 100 w 105"/>
                <a:gd name="T45" fmla="*/ 91 h 109"/>
                <a:gd name="T46" fmla="*/ 102 w 105"/>
                <a:gd name="T47" fmla="*/ 91 h 109"/>
                <a:gd name="T48" fmla="*/ 105 w 105"/>
                <a:gd name="T49" fmla="*/ 91 h 109"/>
                <a:gd name="T50" fmla="*/ 105 w 105"/>
                <a:gd name="T51" fmla="*/ 106 h 109"/>
                <a:gd name="T52" fmla="*/ 99 w 105"/>
                <a:gd name="T53" fmla="*/ 108 h 109"/>
                <a:gd name="T54" fmla="*/ 93 w 105"/>
                <a:gd name="T55" fmla="*/ 108 h 109"/>
                <a:gd name="T56" fmla="*/ 77 w 105"/>
                <a:gd name="T57" fmla="*/ 104 h 109"/>
                <a:gd name="T58" fmla="*/ 72 w 105"/>
                <a:gd name="T59" fmla="*/ 93 h 109"/>
                <a:gd name="T60" fmla="*/ 71 w 105"/>
                <a:gd name="T61" fmla="*/ 55 h 109"/>
                <a:gd name="T62" fmla="*/ 48 w 105"/>
                <a:gd name="T63" fmla="*/ 60 h 109"/>
                <a:gd name="T64" fmla="*/ 39 w 105"/>
                <a:gd name="T65" fmla="*/ 62 h 109"/>
                <a:gd name="T66" fmla="*/ 27 w 105"/>
                <a:gd name="T67" fmla="*/ 67 h 109"/>
                <a:gd name="T68" fmla="*/ 23 w 105"/>
                <a:gd name="T69" fmla="*/ 77 h 109"/>
                <a:gd name="T70" fmla="*/ 28 w 105"/>
                <a:gd name="T71" fmla="*/ 88 h 109"/>
                <a:gd name="T72" fmla="*/ 41 w 105"/>
                <a:gd name="T73" fmla="*/ 92 h 109"/>
                <a:gd name="T74" fmla="*/ 62 w 105"/>
                <a:gd name="T75" fmla="*/ 85 h 109"/>
                <a:gd name="T76" fmla="*/ 71 w 105"/>
                <a:gd name="T77" fmla="*/ 68 h 109"/>
                <a:gd name="T78" fmla="*/ 71 w 105"/>
                <a:gd name="T79" fmla="*/ 5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5" h="109">
                  <a:moveTo>
                    <a:pt x="72" y="93"/>
                  </a:moveTo>
                  <a:cubicBezTo>
                    <a:pt x="67" y="98"/>
                    <a:pt x="62" y="102"/>
                    <a:pt x="56" y="105"/>
                  </a:cubicBezTo>
                  <a:cubicBezTo>
                    <a:pt x="50" y="108"/>
                    <a:pt x="43" y="109"/>
                    <a:pt x="36" y="109"/>
                  </a:cubicBezTo>
                  <a:cubicBezTo>
                    <a:pt x="25" y="109"/>
                    <a:pt x="16" y="107"/>
                    <a:pt x="10" y="101"/>
                  </a:cubicBezTo>
                  <a:cubicBezTo>
                    <a:pt x="3" y="96"/>
                    <a:pt x="0" y="89"/>
                    <a:pt x="0" y="79"/>
                  </a:cubicBezTo>
                  <a:cubicBezTo>
                    <a:pt x="0" y="69"/>
                    <a:pt x="4" y="61"/>
                    <a:pt x="10" y="56"/>
                  </a:cubicBezTo>
                  <a:cubicBezTo>
                    <a:pt x="17" y="50"/>
                    <a:pt x="29" y="47"/>
                    <a:pt x="47" y="45"/>
                  </a:cubicBezTo>
                  <a:cubicBezTo>
                    <a:pt x="47" y="45"/>
                    <a:pt x="48" y="45"/>
                    <a:pt x="49" y="44"/>
                  </a:cubicBezTo>
                  <a:cubicBezTo>
                    <a:pt x="64" y="43"/>
                    <a:pt x="71" y="39"/>
                    <a:pt x="71" y="33"/>
                  </a:cubicBezTo>
                  <a:cubicBezTo>
                    <a:pt x="71" y="28"/>
                    <a:pt x="69" y="24"/>
                    <a:pt x="66" y="22"/>
                  </a:cubicBezTo>
                  <a:cubicBezTo>
                    <a:pt x="62" y="19"/>
                    <a:pt x="56" y="18"/>
                    <a:pt x="49" y="18"/>
                  </a:cubicBezTo>
                  <a:cubicBezTo>
                    <a:pt x="42" y="18"/>
                    <a:pt x="36" y="20"/>
                    <a:pt x="32" y="22"/>
                  </a:cubicBezTo>
                  <a:cubicBezTo>
                    <a:pt x="29" y="25"/>
                    <a:pt x="27" y="29"/>
                    <a:pt x="27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23"/>
                    <a:pt x="9" y="15"/>
                    <a:pt x="17" y="9"/>
                  </a:cubicBezTo>
                  <a:cubicBezTo>
                    <a:pt x="25" y="3"/>
                    <a:pt x="36" y="0"/>
                    <a:pt x="50" y="0"/>
                  </a:cubicBezTo>
                  <a:cubicBezTo>
                    <a:pt x="64" y="0"/>
                    <a:pt x="75" y="3"/>
                    <a:pt x="82" y="8"/>
                  </a:cubicBezTo>
                  <a:cubicBezTo>
                    <a:pt x="90" y="13"/>
                    <a:pt x="94" y="21"/>
                    <a:pt x="94" y="31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85"/>
                    <a:pt x="94" y="88"/>
                    <a:pt x="95" y="89"/>
                  </a:cubicBezTo>
                  <a:cubicBezTo>
                    <a:pt x="96" y="90"/>
                    <a:pt x="98" y="91"/>
                    <a:pt x="100" y="91"/>
                  </a:cubicBezTo>
                  <a:cubicBezTo>
                    <a:pt x="101" y="91"/>
                    <a:pt x="101" y="91"/>
                    <a:pt x="102" y="91"/>
                  </a:cubicBezTo>
                  <a:cubicBezTo>
                    <a:pt x="102" y="91"/>
                    <a:pt x="103" y="91"/>
                    <a:pt x="105" y="91"/>
                  </a:cubicBezTo>
                  <a:cubicBezTo>
                    <a:pt x="105" y="106"/>
                    <a:pt x="105" y="106"/>
                    <a:pt x="105" y="106"/>
                  </a:cubicBezTo>
                  <a:cubicBezTo>
                    <a:pt x="103" y="107"/>
                    <a:pt x="101" y="107"/>
                    <a:pt x="99" y="108"/>
                  </a:cubicBezTo>
                  <a:cubicBezTo>
                    <a:pt x="97" y="108"/>
                    <a:pt x="95" y="108"/>
                    <a:pt x="93" y="108"/>
                  </a:cubicBezTo>
                  <a:cubicBezTo>
                    <a:pt x="86" y="108"/>
                    <a:pt x="81" y="107"/>
                    <a:pt x="77" y="104"/>
                  </a:cubicBezTo>
                  <a:cubicBezTo>
                    <a:pt x="74" y="102"/>
                    <a:pt x="72" y="98"/>
                    <a:pt x="72" y="93"/>
                  </a:cubicBezTo>
                  <a:close/>
                  <a:moveTo>
                    <a:pt x="71" y="55"/>
                  </a:moveTo>
                  <a:cubicBezTo>
                    <a:pt x="66" y="57"/>
                    <a:pt x="58" y="59"/>
                    <a:pt x="48" y="60"/>
                  </a:cubicBezTo>
                  <a:cubicBezTo>
                    <a:pt x="44" y="61"/>
                    <a:pt x="41" y="61"/>
                    <a:pt x="39" y="62"/>
                  </a:cubicBezTo>
                  <a:cubicBezTo>
                    <a:pt x="34" y="63"/>
                    <a:pt x="30" y="65"/>
                    <a:pt x="27" y="67"/>
                  </a:cubicBezTo>
                  <a:cubicBezTo>
                    <a:pt x="24" y="70"/>
                    <a:pt x="23" y="73"/>
                    <a:pt x="23" y="77"/>
                  </a:cubicBezTo>
                  <a:cubicBezTo>
                    <a:pt x="23" y="82"/>
                    <a:pt x="25" y="85"/>
                    <a:pt x="28" y="88"/>
                  </a:cubicBezTo>
                  <a:cubicBezTo>
                    <a:pt x="31" y="91"/>
                    <a:pt x="35" y="92"/>
                    <a:pt x="41" y="92"/>
                  </a:cubicBezTo>
                  <a:cubicBezTo>
                    <a:pt x="50" y="92"/>
                    <a:pt x="57" y="90"/>
                    <a:pt x="62" y="85"/>
                  </a:cubicBezTo>
                  <a:cubicBezTo>
                    <a:pt x="68" y="80"/>
                    <a:pt x="71" y="75"/>
                    <a:pt x="71" y="68"/>
                  </a:cubicBezTo>
                  <a:lnTo>
                    <a:pt x="71" y="5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Freeform 72">
              <a:extLst>
                <a:ext uri="{FF2B5EF4-FFF2-40B4-BE49-F238E27FC236}">
                  <a16:creationId xmlns:a16="http://schemas.microsoft.com/office/drawing/2014/main" id="{A82EB421-4C4C-44F8-BC28-2B1CE96EF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088" y="3863976"/>
              <a:ext cx="160338" cy="295275"/>
            </a:xfrm>
            <a:custGeom>
              <a:avLst/>
              <a:gdLst>
                <a:gd name="T0" fmla="*/ 57 w 57"/>
                <a:gd name="T1" fmla="*/ 1 h 105"/>
                <a:gd name="T2" fmla="*/ 57 w 57"/>
                <a:gd name="T3" fmla="*/ 23 h 105"/>
                <a:gd name="T4" fmla="*/ 51 w 57"/>
                <a:gd name="T5" fmla="*/ 23 h 105"/>
                <a:gd name="T6" fmla="*/ 30 w 57"/>
                <a:gd name="T7" fmla="*/ 30 h 105"/>
                <a:gd name="T8" fmla="*/ 23 w 57"/>
                <a:gd name="T9" fmla="*/ 49 h 105"/>
                <a:gd name="T10" fmla="*/ 23 w 57"/>
                <a:gd name="T11" fmla="*/ 105 h 105"/>
                <a:gd name="T12" fmla="*/ 0 w 57"/>
                <a:gd name="T13" fmla="*/ 105 h 105"/>
                <a:gd name="T14" fmla="*/ 0 w 57"/>
                <a:gd name="T15" fmla="*/ 3 h 105"/>
                <a:gd name="T16" fmla="*/ 22 w 57"/>
                <a:gd name="T17" fmla="*/ 3 h 105"/>
                <a:gd name="T18" fmla="*/ 22 w 57"/>
                <a:gd name="T19" fmla="*/ 21 h 105"/>
                <a:gd name="T20" fmla="*/ 34 w 57"/>
                <a:gd name="T21" fmla="*/ 5 h 105"/>
                <a:gd name="T22" fmla="*/ 52 w 57"/>
                <a:gd name="T23" fmla="*/ 0 h 105"/>
                <a:gd name="T24" fmla="*/ 53 w 57"/>
                <a:gd name="T25" fmla="*/ 0 h 105"/>
                <a:gd name="T26" fmla="*/ 57 w 57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105">
                  <a:moveTo>
                    <a:pt x="57" y="1"/>
                  </a:moveTo>
                  <a:cubicBezTo>
                    <a:pt x="57" y="23"/>
                    <a:pt x="57" y="23"/>
                    <a:pt x="57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5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39" y="2"/>
                    <a:pt x="45" y="0"/>
                    <a:pt x="52" y="0"/>
                  </a:cubicBezTo>
                  <a:cubicBezTo>
                    <a:pt x="52" y="0"/>
                    <a:pt x="52" y="0"/>
                    <a:pt x="53" y="0"/>
                  </a:cubicBezTo>
                  <a:cubicBezTo>
                    <a:pt x="54" y="0"/>
                    <a:pt x="56" y="1"/>
                    <a:pt x="57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7096911B-A186-4640-89F4-0F76900FB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3860801"/>
              <a:ext cx="274638" cy="306388"/>
            </a:xfrm>
            <a:custGeom>
              <a:avLst/>
              <a:gdLst>
                <a:gd name="T0" fmla="*/ 98 w 98"/>
                <a:gd name="T1" fmla="*/ 39 h 109"/>
                <a:gd name="T2" fmla="*/ 75 w 98"/>
                <a:gd name="T3" fmla="*/ 39 h 109"/>
                <a:gd name="T4" fmla="*/ 68 w 98"/>
                <a:gd name="T5" fmla="*/ 24 h 109"/>
                <a:gd name="T6" fmla="*/ 51 w 98"/>
                <a:gd name="T7" fmla="*/ 19 h 109"/>
                <a:gd name="T8" fmla="*/ 31 w 98"/>
                <a:gd name="T9" fmla="*/ 28 h 109"/>
                <a:gd name="T10" fmla="*/ 24 w 98"/>
                <a:gd name="T11" fmla="*/ 55 h 109"/>
                <a:gd name="T12" fmla="*/ 31 w 98"/>
                <a:gd name="T13" fmla="*/ 81 h 109"/>
                <a:gd name="T14" fmla="*/ 51 w 98"/>
                <a:gd name="T15" fmla="*/ 90 h 109"/>
                <a:gd name="T16" fmla="*/ 68 w 98"/>
                <a:gd name="T17" fmla="*/ 85 h 109"/>
                <a:gd name="T18" fmla="*/ 76 w 98"/>
                <a:gd name="T19" fmla="*/ 69 h 109"/>
                <a:gd name="T20" fmla="*/ 98 w 98"/>
                <a:gd name="T21" fmla="*/ 69 h 109"/>
                <a:gd name="T22" fmla="*/ 83 w 98"/>
                <a:gd name="T23" fmla="*/ 99 h 109"/>
                <a:gd name="T24" fmla="*/ 49 w 98"/>
                <a:gd name="T25" fmla="*/ 109 h 109"/>
                <a:gd name="T26" fmla="*/ 13 w 98"/>
                <a:gd name="T27" fmla="*/ 95 h 109"/>
                <a:gd name="T28" fmla="*/ 0 w 98"/>
                <a:gd name="T29" fmla="*/ 55 h 109"/>
                <a:gd name="T30" fmla="*/ 14 w 98"/>
                <a:gd name="T31" fmla="*/ 15 h 109"/>
                <a:gd name="T32" fmla="*/ 51 w 98"/>
                <a:gd name="T33" fmla="*/ 0 h 109"/>
                <a:gd name="T34" fmla="*/ 84 w 98"/>
                <a:gd name="T35" fmla="*/ 11 h 109"/>
                <a:gd name="T36" fmla="*/ 98 w 98"/>
                <a:gd name="T37" fmla="*/ 3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8" h="109">
                  <a:moveTo>
                    <a:pt x="98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5" y="33"/>
                    <a:pt x="72" y="28"/>
                    <a:pt x="68" y="24"/>
                  </a:cubicBezTo>
                  <a:cubicBezTo>
                    <a:pt x="64" y="21"/>
                    <a:pt x="58" y="19"/>
                    <a:pt x="51" y="19"/>
                  </a:cubicBezTo>
                  <a:cubicBezTo>
                    <a:pt x="42" y="19"/>
                    <a:pt x="36" y="22"/>
                    <a:pt x="31" y="28"/>
                  </a:cubicBezTo>
                  <a:cubicBezTo>
                    <a:pt x="26" y="34"/>
                    <a:pt x="24" y="43"/>
                    <a:pt x="24" y="55"/>
                  </a:cubicBezTo>
                  <a:cubicBezTo>
                    <a:pt x="24" y="66"/>
                    <a:pt x="26" y="75"/>
                    <a:pt x="31" y="81"/>
                  </a:cubicBezTo>
                  <a:cubicBezTo>
                    <a:pt x="35" y="87"/>
                    <a:pt x="42" y="90"/>
                    <a:pt x="51" y="90"/>
                  </a:cubicBezTo>
                  <a:cubicBezTo>
                    <a:pt x="58" y="90"/>
                    <a:pt x="63" y="88"/>
                    <a:pt x="68" y="85"/>
                  </a:cubicBezTo>
                  <a:cubicBezTo>
                    <a:pt x="72" y="81"/>
                    <a:pt x="75" y="76"/>
                    <a:pt x="76" y="69"/>
                  </a:cubicBezTo>
                  <a:cubicBezTo>
                    <a:pt x="98" y="69"/>
                    <a:pt x="98" y="69"/>
                    <a:pt x="98" y="69"/>
                  </a:cubicBezTo>
                  <a:cubicBezTo>
                    <a:pt x="97" y="81"/>
                    <a:pt x="92" y="91"/>
                    <a:pt x="83" y="99"/>
                  </a:cubicBezTo>
                  <a:cubicBezTo>
                    <a:pt x="75" y="106"/>
                    <a:pt x="63" y="109"/>
                    <a:pt x="49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5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5" y="0"/>
                    <a:pt x="76" y="4"/>
                    <a:pt x="84" y="11"/>
                  </a:cubicBezTo>
                  <a:cubicBezTo>
                    <a:pt x="93" y="17"/>
                    <a:pt x="97" y="27"/>
                    <a:pt x="98" y="39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" name="Freeform 74">
              <a:extLst>
                <a:ext uri="{FF2B5EF4-FFF2-40B4-BE49-F238E27FC236}">
                  <a16:creationId xmlns:a16="http://schemas.microsoft.com/office/drawing/2014/main" id="{A15E1D74-6662-412E-895D-5E4E180B7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01" y="3765551"/>
              <a:ext cx="265113" cy="393700"/>
            </a:xfrm>
            <a:custGeom>
              <a:avLst/>
              <a:gdLst>
                <a:gd name="T0" fmla="*/ 0 w 95"/>
                <a:gd name="T1" fmla="*/ 0 h 140"/>
                <a:gd name="T2" fmla="*/ 24 w 95"/>
                <a:gd name="T3" fmla="*/ 0 h 140"/>
                <a:gd name="T4" fmla="*/ 24 w 95"/>
                <a:gd name="T5" fmla="*/ 51 h 140"/>
                <a:gd name="T6" fmla="*/ 37 w 95"/>
                <a:gd name="T7" fmla="*/ 39 h 140"/>
                <a:gd name="T8" fmla="*/ 57 w 95"/>
                <a:gd name="T9" fmla="*/ 35 h 140"/>
                <a:gd name="T10" fmla="*/ 85 w 95"/>
                <a:gd name="T11" fmla="*/ 43 h 140"/>
                <a:gd name="T12" fmla="*/ 94 w 95"/>
                <a:gd name="T13" fmla="*/ 67 h 140"/>
                <a:gd name="T14" fmla="*/ 94 w 95"/>
                <a:gd name="T15" fmla="*/ 71 h 140"/>
                <a:gd name="T16" fmla="*/ 95 w 95"/>
                <a:gd name="T17" fmla="*/ 77 h 140"/>
                <a:gd name="T18" fmla="*/ 95 w 95"/>
                <a:gd name="T19" fmla="*/ 140 h 140"/>
                <a:gd name="T20" fmla="*/ 71 w 95"/>
                <a:gd name="T21" fmla="*/ 140 h 140"/>
                <a:gd name="T22" fmla="*/ 71 w 95"/>
                <a:gd name="T23" fmla="*/ 77 h 140"/>
                <a:gd name="T24" fmla="*/ 66 w 95"/>
                <a:gd name="T25" fmla="*/ 59 h 140"/>
                <a:gd name="T26" fmla="*/ 50 w 95"/>
                <a:gd name="T27" fmla="*/ 54 h 140"/>
                <a:gd name="T28" fmla="*/ 31 w 95"/>
                <a:gd name="T29" fmla="*/ 61 h 140"/>
                <a:gd name="T30" fmla="*/ 24 w 95"/>
                <a:gd name="T31" fmla="*/ 79 h 140"/>
                <a:gd name="T32" fmla="*/ 24 w 95"/>
                <a:gd name="T33" fmla="*/ 140 h 140"/>
                <a:gd name="T34" fmla="*/ 0 w 95"/>
                <a:gd name="T35" fmla="*/ 140 h 140"/>
                <a:gd name="T36" fmla="*/ 0 w 95"/>
                <a:gd name="T3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140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7" y="46"/>
                    <a:pt x="32" y="42"/>
                    <a:pt x="37" y="39"/>
                  </a:cubicBezTo>
                  <a:cubicBezTo>
                    <a:pt x="43" y="37"/>
                    <a:pt x="50" y="35"/>
                    <a:pt x="57" y="35"/>
                  </a:cubicBezTo>
                  <a:cubicBezTo>
                    <a:pt x="69" y="35"/>
                    <a:pt x="78" y="38"/>
                    <a:pt x="85" y="43"/>
                  </a:cubicBezTo>
                  <a:cubicBezTo>
                    <a:pt x="91" y="49"/>
                    <a:pt x="94" y="57"/>
                    <a:pt x="94" y="67"/>
                  </a:cubicBezTo>
                  <a:cubicBezTo>
                    <a:pt x="94" y="68"/>
                    <a:pt x="94" y="69"/>
                    <a:pt x="94" y="71"/>
                  </a:cubicBezTo>
                  <a:cubicBezTo>
                    <a:pt x="95" y="73"/>
                    <a:pt x="95" y="75"/>
                    <a:pt x="95" y="77"/>
                  </a:cubicBezTo>
                  <a:cubicBezTo>
                    <a:pt x="95" y="140"/>
                    <a:pt x="95" y="140"/>
                    <a:pt x="95" y="140"/>
                  </a:cubicBezTo>
                  <a:cubicBezTo>
                    <a:pt x="71" y="140"/>
                    <a:pt x="71" y="140"/>
                    <a:pt x="71" y="140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69"/>
                    <a:pt x="70" y="63"/>
                    <a:pt x="66" y="59"/>
                  </a:cubicBezTo>
                  <a:cubicBezTo>
                    <a:pt x="63" y="56"/>
                    <a:pt x="58" y="54"/>
                    <a:pt x="50" y="54"/>
                  </a:cubicBezTo>
                  <a:cubicBezTo>
                    <a:pt x="42" y="54"/>
                    <a:pt x="36" y="56"/>
                    <a:pt x="31" y="61"/>
                  </a:cubicBezTo>
                  <a:cubicBezTo>
                    <a:pt x="26" y="65"/>
                    <a:pt x="24" y="72"/>
                    <a:pt x="24" y="79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4" name="Freeform 75">
              <a:extLst>
                <a:ext uri="{FF2B5EF4-FFF2-40B4-BE49-F238E27FC236}">
                  <a16:creationId xmlns:a16="http://schemas.microsoft.com/office/drawing/2014/main" id="{AF83C52C-5B09-4505-8220-FBDB5DD26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756026"/>
              <a:ext cx="373063" cy="414338"/>
            </a:xfrm>
            <a:custGeom>
              <a:avLst/>
              <a:gdLst>
                <a:gd name="T0" fmla="*/ 132 w 133"/>
                <a:gd name="T1" fmla="*/ 47 h 147"/>
                <a:gd name="T2" fmla="*/ 108 w 133"/>
                <a:gd name="T3" fmla="*/ 47 h 147"/>
                <a:gd name="T4" fmla="*/ 96 w 133"/>
                <a:gd name="T5" fmla="*/ 27 h 147"/>
                <a:gd name="T6" fmla="*/ 70 w 133"/>
                <a:gd name="T7" fmla="*/ 21 h 147"/>
                <a:gd name="T8" fmla="*/ 37 w 133"/>
                <a:gd name="T9" fmla="*/ 34 h 147"/>
                <a:gd name="T10" fmla="*/ 25 w 133"/>
                <a:gd name="T11" fmla="*/ 72 h 147"/>
                <a:gd name="T12" fmla="*/ 37 w 133"/>
                <a:gd name="T13" fmla="*/ 112 h 147"/>
                <a:gd name="T14" fmla="*/ 70 w 133"/>
                <a:gd name="T15" fmla="*/ 126 h 147"/>
                <a:gd name="T16" fmla="*/ 97 w 133"/>
                <a:gd name="T17" fmla="*/ 117 h 147"/>
                <a:gd name="T18" fmla="*/ 109 w 133"/>
                <a:gd name="T19" fmla="*/ 93 h 147"/>
                <a:gd name="T20" fmla="*/ 133 w 133"/>
                <a:gd name="T21" fmla="*/ 93 h 147"/>
                <a:gd name="T22" fmla="*/ 114 w 133"/>
                <a:gd name="T23" fmla="*/ 132 h 147"/>
                <a:gd name="T24" fmla="*/ 69 w 133"/>
                <a:gd name="T25" fmla="*/ 147 h 147"/>
                <a:gd name="T26" fmla="*/ 18 w 133"/>
                <a:gd name="T27" fmla="*/ 127 h 147"/>
                <a:gd name="T28" fmla="*/ 0 w 133"/>
                <a:gd name="T29" fmla="*/ 73 h 147"/>
                <a:gd name="T30" fmla="*/ 18 w 133"/>
                <a:gd name="T31" fmla="*/ 19 h 147"/>
                <a:gd name="T32" fmla="*/ 70 w 133"/>
                <a:gd name="T33" fmla="*/ 0 h 147"/>
                <a:gd name="T34" fmla="*/ 114 w 133"/>
                <a:gd name="T35" fmla="*/ 12 h 147"/>
                <a:gd name="T36" fmla="*/ 132 w 133"/>
                <a:gd name="T37" fmla="*/ 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7">
                  <a:moveTo>
                    <a:pt x="132" y="47"/>
                  </a:moveTo>
                  <a:cubicBezTo>
                    <a:pt x="108" y="47"/>
                    <a:pt x="108" y="47"/>
                    <a:pt x="108" y="47"/>
                  </a:cubicBezTo>
                  <a:cubicBezTo>
                    <a:pt x="106" y="39"/>
                    <a:pt x="102" y="32"/>
                    <a:pt x="96" y="27"/>
                  </a:cubicBezTo>
                  <a:cubicBezTo>
                    <a:pt x="89" y="23"/>
                    <a:pt x="81" y="21"/>
                    <a:pt x="70" y="21"/>
                  </a:cubicBezTo>
                  <a:cubicBezTo>
                    <a:pt x="56" y="21"/>
                    <a:pt x="45" y="25"/>
                    <a:pt x="37" y="34"/>
                  </a:cubicBezTo>
                  <a:cubicBezTo>
                    <a:pt x="29" y="43"/>
                    <a:pt x="25" y="56"/>
                    <a:pt x="25" y="72"/>
                  </a:cubicBezTo>
                  <a:cubicBezTo>
                    <a:pt x="25" y="89"/>
                    <a:pt x="29" y="102"/>
                    <a:pt x="37" y="112"/>
                  </a:cubicBezTo>
                  <a:cubicBezTo>
                    <a:pt x="45" y="121"/>
                    <a:pt x="56" y="126"/>
                    <a:pt x="70" y="126"/>
                  </a:cubicBezTo>
                  <a:cubicBezTo>
                    <a:pt x="81" y="126"/>
                    <a:pt x="90" y="123"/>
                    <a:pt x="97" y="117"/>
                  </a:cubicBezTo>
                  <a:cubicBezTo>
                    <a:pt x="104" y="111"/>
                    <a:pt x="108" y="103"/>
                    <a:pt x="109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2" y="109"/>
                    <a:pt x="126" y="122"/>
                    <a:pt x="114" y="132"/>
                  </a:cubicBezTo>
                  <a:cubicBezTo>
                    <a:pt x="102" y="142"/>
                    <a:pt x="87" y="147"/>
                    <a:pt x="69" y="147"/>
                  </a:cubicBezTo>
                  <a:cubicBezTo>
                    <a:pt x="47" y="147"/>
                    <a:pt x="30" y="140"/>
                    <a:pt x="18" y="127"/>
                  </a:cubicBezTo>
                  <a:cubicBezTo>
                    <a:pt x="6" y="114"/>
                    <a:pt x="0" y="96"/>
                    <a:pt x="0" y="73"/>
                  </a:cubicBezTo>
                  <a:cubicBezTo>
                    <a:pt x="0" y="50"/>
                    <a:pt x="6" y="32"/>
                    <a:pt x="18" y="19"/>
                  </a:cubicBezTo>
                  <a:cubicBezTo>
                    <a:pt x="31" y="6"/>
                    <a:pt x="48" y="0"/>
                    <a:pt x="70" y="0"/>
                  </a:cubicBezTo>
                  <a:cubicBezTo>
                    <a:pt x="88" y="0"/>
                    <a:pt x="103" y="4"/>
                    <a:pt x="114" y="12"/>
                  </a:cubicBezTo>
                  <a:cubicBezTo>
                    <a:pt x="125" y="21"/>
                    <a:pt x="131" y="32"/>
                    <a:pt x="132" y="47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5" name="Freeform 76">
              <a:extLst>
                <a:ext uri="{FF2B5EF4-FFF2-40B4-BE49-F238E27FC236}">
                  <a16:creationId xmlns:a16="http://schemas.microsoft.com/office/drawing/2014/main" id="{66AB78BD-6E6F-4AAD-935F-9FBA2A6143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6466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4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8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5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6" name="Freeform 77">
              <a:extLst>
                <a:ext uri="{FF2B5EF4-FFF2-40B4-BE49-F238E27FC236}">
                  <a16:creationId xmlns:a16="http://schemas.microsoft.com/office/drawing/2014/main" id="{9D5BEB59-5EB2-4ED0-B1F4-EE598DF16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4388" y="3863976"/>
              <a:ext cx="265113" cy="295275"/>
            </a:xfrm>
            <a:custGeom>
              <a:avLst/>
              <a:gdLst>
                <a:gd name="T0" fmla="*/ 95 w 95"/>
                <a:gd name="T1" fmla="*/ 40 h 105"/>
                <a:gd name="T2" fmla="*/ 95 w 95"/>
                <a:gd name="T3" fmla="*/ 105 h 105"/>
                <a:gd name="T4" fmla="*/ 71 w 95"/>
                <a:gd name="T5" fmla="*/ 105 h 105"/>
                <a:gd name="T6" fmla="*/ 71 w 95"/>
                <a:gd name="T7" fmla="*/ 38 h 105"/>
                <a:gd name="T8" fmla="*/ 66 w 95"/>
                <a:gd name="T9" fmla="*/ 24 h 105"/>
                <a:gd name="T10" fmla="*/ 51 w 95"/>
                <a:gd name="T11" fmla="*/ 19 h 105"/>
                <a:gd name="T12" fmla="*/ 31 w 95"/>
                <a:gd name="T13" fmla="*/ 26 h 105"/>
                <a:gd name="T14" fmla="*/ 24 w 95"/>
                <a:gd name="T15" fmla="*/ 46 h 105"/>
                <a:gd name="T16" fmla="*/ 24 w 95"/>
                <a:gd name="T17" fmla="*/ 105 h 105"/>
                <a:gd name="T18" fmla="*/ 0 w 95"/>
                <a:gd name="T19" fmla="*/ 105 h 105"/>
                <a:gd name="T20" fmla="*/ 0 w 95"/>
                <a:gd name="T21" fmla="*/ 3 h 105"/>
                <a:gd name="T22" fmla="*/ 23 w 95"/>
                <a:gd name="T23" fmla="*/ 3 h 105"/>
                <a:gd name="T24" fmla="*/ 23 w 95"/>
                <a:gd name="T25" fmla="*/ 17 h 105"/>
                <a:gd name="T26" fmla="*/ 37 w 95"/>
                <a:gd name="T27" fmla="*/ 4 h 105"/>
                <a:gd name="T28" fmla="*/ 56 w 95"/>
                <a:gd name="T29" fmla="*/ 0 h 105"/>
                <a:gd name="T30" fmla="*/ 86 w 95"/>
                <a:gd name="T31" fmla="*/ 9 h 105"/>
                <a:gd name="T32" fmla="*/ 95 w 95"/>
                <a:gd name="T33" fmla="*/ 4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5" h="105">
                  <a:moveTo>
                    <a:pt x="95" y="40"/>
                  </a:moveTo>
                  <a:cubicBezTo>
                    <a:pt x="95" y="105"/>
                    <a:pt x="95" y="105"/>
                    <a:pt x="95" y="105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2"/>
                    <a:pt x="70" y="27"/>
                    <a:pt x="66" y="24"/>
                  </a:cubicBezTo>
                  <a:cubicBezTo>
                    <a:pt x="63" y="20"/>
                    <a:pt x="58" y="19"/>
                    <a:pt x="51" y="19"/>
                  </a:cubicBezTo>
                  <a:cubicBezTo>
                    <a:pt x="43" y="19"/>
                    <a:pt x="36" y="21"/>
                    <a:pt x="31" y="26"/>
                  </a:cubicBezTo>
                  <a:cubicBezTo>
                    <a:pt x="26" y="31"/>
                    <a:pt x="24" y="37"/>
                    <a:pt x="24" y="46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7" y="11"/>
                    <a:pt x="31" y="7"/>
                    <a:pt x="37" y="4"/>
                  </a:cubicBezTo>
                  <a:cubicBezTo>
                    <a:pt x="43" y="2"/>
                    <a:pt x="49" y="0"/>
                    <a:pt x="56" y="0"/>
                  </a:cubicBezTo>
                  <a:cubicBezTo>
                    <a:pt x="70" y="0"/>
                    <a:pt x="80" y="3"/>
                    <a:pt x="86" y="9"/>
                  </a:cubicBezTo>
                  <a:cubicBezTo>
                    <a:pt x="92" y="15"/>
                    <a:pt x="95" y="25"/>
                    <a:pt x="95" y="40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7" name="Freeform 78">
              <a:extLst>
                <a:ext uri="{FF2B5EF4-FFF2-40B4-BE49-F238E27FC236}">
                  <a16:creationId xmlns:a16="http://schemas.microsoft.com/office/drawing/2014/main" id="{B429B26D-C754-42E6-911C-C274AA6C7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6013" y="3792538"/>
              <a:ext cx="160338" cy="369888"/>
            </a:xfrm>
            <a:custGeom>
              <a:avLst/>
              <a:gdLst>
                <a:gd name="T0" fmla="*/ 16 w 57"/>
                <a:gd name="T1" fmla="*/ 0 h 131"/>
                <a:gd name="T2" fmla="*/ 39 w 57"/>
                <a:gd name="T3" fmla="*/ 0 h 131"/>
                <a:gd name="T4" fmla="*/ 39 w 57"/>
                <a:gd name="T5" fmla="*/ 28 h 131"/>
                <a:gd name="T6" fmla="*/ 57 w 57"/>
                <a:gd name="T7" fmla="*/ 28 h 131"/>
                <a:gd name="T8" fmla="*/ 57 w 57"/>
                <a:gd name="T9" fmla="*/ 44 h 131"/>
                <a:gd name="T10" fmla="*/ 39 w 57"/>
                <a:gd name="T11" fmla="*/ 44 h 131"/>
                <a:gd name="T12" fmla="*/ 39 w 57"/>
                <a:gd name="T13" fmla="*/ 104 h 131"/>
                <a:gd name="T14" fmla="*/ 41 w 57"/>
                <a:gd name="T15" fmla="*/ 112 h 131"/>
                <a:gd name="T16" fmla="*/ 48 w 57"/>
                <a:gd name="T17" fmla="*/ 113 h 131"/>
                <a:gd name="T18" fmla="*/ 50 w 57"/>
                <a:gd name="T19" fmla="*/ 113 h 131"/>
                <a:gd name="T20" fmla="*/ 53 w 57"/>
                <a:gd name="T21" fmla="*/ 113 h 131"/>
                <a:gd name="T22" fmla="*/ 57 w 57"/>
                <a:gd name="T23" fmla="*/ 113 h 131"/>
                <a:gd name="T24" fmla="*/ 57 w 57"/>
                <a:gd name="T25" fmla="*/ 130 h 131"/>
                <a:gd name="T26" fmla="*/ 55 w 57"/>
                <a:gd name="T27" fmla="*/ 130 h 131"/>
                <a:gd name="T28" fmla="*/ 41 w 57"/>
                <a:gd name="T29" fmla="*/ 131 h 131"/>
                <a:gd name="T30" fmla="*/ 22 w 57"/>
                <a:gd name="T31" fmla="*/ 126 h 131"/>
                <a:gd name="T32" fmla="*/ 16 w 57"/>
                <a:gd name="T33" fmla="*/ 107 h 131"/>
                <a:gd name="T34" fmla="*/ 16 w 57"/>
                <a:gd name="T35" fmla="*/ 44 h 131"/>
                <a:gd name="T36" fmla="*/ 0 w 57"/>
                <a:gd name="T37" fmla="*/ 44 h 131"/>
                <a:gd name="T38" fmla="*/ 0 w 57"/>
                <a:gd name="T39" fmla="*/ 28 h 131"/>
                <a:gd name="T40" fmla="*/ 16 w 57"/>
                <a:gd name="T41" fmla="*/ 28 h 131"/>
                <a:gd name="T42" fmla="*/ 16 w 57"/>
                <a:gd name="T4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" h="131">
                  <a:moveTo>
                    <a:pt x="16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8"/>
                    <a:pt x="40" y="110"/>
                    <a:pt x="41" y="112"/>
                  </a:cubicBezTo>
                  <a:cubicBezTo>
                    <a:pt x="42" y="113"/>
                    <a:pt x="45" y="113"/>
                    <a:pt x="48" y="113"/>
                  </a:cubicBezTo>
                  <a:cubicBezTo>
                    <a:pt x="49" y="113"/>
                    <a:pt x="50" y="113"/>
                    <a:pt x="50" y="113"/>
                  </a:cubicBezTo>
                  <a:cubicBezTo>
                    <a:pt x="51" y="113"/>
                    <a:pt x="52" y="113"/>
                    <a:pt x="53" y="113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7" y="130"/>
                    <a:pt x="56" y="130"/>
                    <a:pt x="55" y="130"/>
                  </a:cubicBezTo>
                  <a:cubicBezTo>
                    <a:pt x="48" y="131"/>
                    <a:pt x="44" y="131"/>
                    <a:pt x="41" y="131"/>
                  </a:cubicBezTo>
                  <a:cubicBezTo>
                    <a:pt x="32" y="131"/>
                    <a:pt x="25" y="130"/>
                    <a:pt x="22" y="126"/>
                  </a:cubicBezTo>
                  <a:cubicBezTo>
                    <a:pt x="18" y="122"/>
                    <a:pt x="16" y="116"/>
                    <a:pt x="16" y="107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28"/>
                    <a:pt x="16" y="28"/>
                    <a:pt x="16" y="28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8" name="Freeform 79">
              <a:extLst>
                <a:ext uri="{FF2B5EF4-FFF2-40B4-BE49-F238E27FC236}">
                  <a16:creationId xmlns:a16="http://schemas.microsoft.com/office/drawing/2014/main" id="{F1008A36-E770-4140-BBFA-6B35A4028B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99688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F80B8E3B-80E3-4323-8C53-C643DDFA2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3863976"/>
              <a:ext cx="161925" cy="295275"/>
            </a:xfrm>
            <a:custGeom>
              <a:avLst/>
              <a:gdLst>
                <a:gd name="T0" fmla="*/ 58 w 58"/>
                <a:gd name="T1" fmla="*/ 1 h 105"/>
                <a:gd name="T2" fmla="*/ 58 w 58"/>
                <a:gd name="T3" fmla="*/ 23 h 105"/>
                <a:gd name="T4" fmla="*/ 51 w 58"/>
                <a:gd name="T5" fmla="*/ 23 h 105"/>
                <a:gd name="T6" fmla="*/ 30 w 58"/>
                <a:gd name="T7" fmla="*/ 30 h 105"/>
                <a:gd name="T8" fmla="*/ 23 w 58"/>
                <a:gd name="T9" fmla="*/ 49 h 105"/>
                <a:gd name="T10" fmla="*/ 23 w 58"/>
                <a:gd name="T11" fmla="*/ 105 h 105"/>
                <a:gd name="T12" fmla="*/ 0 w 58"/>
                <a:gd name="T13" fmla="*/ 105 h 105"/>
                <a:gd name="T14" fmla="*/ 0 w 58"/>
                <a:gd name="T15" fmla="*/ 3 h 105"/>
                <a:gd name="T16" fmla="*/ 22 w 58"/>
                <a:gd name="T17" fmla="*/ 3 h 105"/>
                <a:gd name="T18" fmla="*/ 22 w 58"/>
                <a:gd name="T19" fmla="*/ 21 h 105"/>
                <a:gd name="T20" fmla="*/ 34 w 58"/>
                <a:gd name="T21" fmla="*/ 5 h 105"/>
                <a:gd name="T22" fmla="*/ 52 w 58"/>
                <a:gd name="T23" fmla="*/ 0 h 105"/>
                <a:gd name="T24" fmla="*/ 53 w 58"/>
                <a:gd name="T25" fmla="*/ 0 h 105"/>
                <a:gd name="T26" fmla="*/ 58 w 58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105">
                  <a:moveTo>
                    <a:pt x="58" y="1"/>
                  </a:moveTo>
                  <a:cubicBezTo>
                    <a:pt x="58" y="23"/>
                    <a:pt x="58" y="23"/>
                    <a:pt x="58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6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40" y="2"/>
                    <a:pt x="46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5" y="0"/>
                    <a:pt x="56" y="1"/>
                    <a:pt x="58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Freeform 5">
            <a:extLst>
              <a:ext uri="{FF2B5EF4-FFF2-40B4-BE49-F238E27FC236}">
                <a16:creationId xmlns:a16="http://schemas.microsoft.com/office/drawing/2014/main" id="{B76697AF-C25F-44CB-9613-881A442D967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067800" y="356568"/>
            <a:ext cx="519630" cy="519630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rgbClr val="2A719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F486-C11F-456E-82E1-FAFFFFD689DA}"/>
              </a:ext>
            </a:extLst>
          </p:cNvPr>
          <p:cNvSpPr/>
          <p:nvPr userDrawn="1"/>
        </p:nvSpPr>
        <p:spPr>
          <a:xfrm>
            <a:off x="479425" y="398589"/>
            <a:ext cx="45719" cy="43874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36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C8FBFE8-F1B2-422B-ADC4-2CC4B58E44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6B04E7B-ACB1-4E25-A5B4-66E9FD221F19}"/>
              </a:ext>
            </a:extLst>
          </p:cNvPr>
          <p:cNvSpPr/>
          <p:nvPr userDrawn="1"/>
        </p:nvSpPr>
        <p:spPr>
          <a:xfrm>
            <a:off x="479425" y="1089025"/>
            <a:ext cx="11233150" cy="5435600"/>
          </a:xfrm>
          <a:prstGeom prst="roundRect">
            <a:avLst>
              <a:gd name="adj" fmla="val 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272432A-F70E-4263-BD90-860983364B2D}"/>
              </a:ext>
            </a:extLst>
          </p:cNvPr>
          <p:cNvGrpSpPr/>
          <p:nvPr userDrawn="1"/>
        </p:nvGrpSpPr>
        <p:grpSpPr>
          <a:xfrm>
            <a:off x="9672435" y="442358"/>
            <a:ext cx="2032276" cy="348050"/>
            <a:chOff x="1487488" y="2636838"/>
            <a:chExt cx="9213850" cy="157797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EE7904F-AC09-4479-926F-25D008DF822A}"/>
                </a:ext>
              </a:extLst>
            </p:cNvPr>
            <p:cNvGrpSpPr/>
            <p:nvPr/>
          </p:nvGrpSpPr>
          <p:grpSpPr>
            <a:xfrm>
              <a:off x="1487488" y="2636838"/>
              <a:ext cx="3154363" cy="1577975"/>
              <a:chOff x="1487488" y="2636838"/>
              <a:chExt cx="3154363" cy="1577975"/>
            </a:xfrm>
            <a:gradFill>
              <a:gsLst>
                <a:gs pos="0">
                  <a:srgbClr val="2A719D"/>
                </a:gs>
                <a:gs pos="100000">
                  <a:srgbClr val="23A09C"/>
                </a:gs>
              </a:gsLst>
              <a:lin ang="0" scaled="0"/>
            </a:gradFill>
          </p:grpSpPr>
          <p:sp>
            <p:nvSpPr>
              <p:cNvPr id="33" name="Freeform 53">
                <a:extLst>
                  <a:ext uri="{FF2B5EF4-FFF2-40B4-BE49-F238E27FC236}">
                    <a16:creationId xmlns:a16="http://schemas.microsoft.com/office/drawing/2014/main" id="{1B7FD247-5E61-4D30-B879-FF69832DB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2636838"/>
                <a:ext cx="1447800" cy="425450"/>
              </a:xfrm>
              <a:custGeom>
                <a:avLst/>
                <a:gdLst>
                  <a:gd name="T0" fmla="*/ 0 w 517"/>
                  <a:gd name="T1" fmla="*/ 0 h 151"/>
                  <a:gd name="T2" fmla="*/ 268 w 517"/>
                  <a:gd name="T3" fmla="*/ 0 h 151"/>
                  <a:gd name="T4" fmla="*/ 517 w 517"/>
                  <a:gd name="T5" fmla="*/ 151 h 151"/>
                  <a:gd name="T6" fmla="*/ 0 w 517"/>
                  <a:gd name="T7" fmla="*/ 151 h 151"/>
                  <a:gd name="T8" fmla="*/ 0 w 517"/>
                  <a:gd name="T9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0"/>
                    </a:moveTo>
                    <a:cubicBezTo>
                      <a:pt x="268" y="0"/>
                      <a:pt x="268" y="0"/>
                      <a:pt x="268" y="0"/>
                    </a:cubicBezTo>
                    <a:cubicBezTo>
                      <a:pt x="376" y="0"/>
                      <a:pt x="470" y="61"/>
                      <a:pt x="517" y="151"/>
                    </a:cubicBezTo>
                    <a:cubicBezTo>
                      <a:pt x="0" y="151"/>
                      <a:pt x="0" y="151"/>
                      <a:pt x="0" y="1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Freeform 54">
                <a:extLst>
                  <a:ext uri="{FF2B5EF4-FFF2-40B4-BE49-F238E27FC236}">
                    <a16:creationId xmlns:a16="http://schemas.microsoft.com/office/drawing/2014/main" id="{52E112B1-A275-4C6A-8927-A65850591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802063"/>
                <a:ext cx="1439863" cy="412750"/>
              </a:xfrm>
              <a:custGeom>
                <a:avLst/>
                <a:gdLst>
                  <a:gd name="T0" fmla="*/ 268 w 514"/>
                  <a:gd name="T1" fmla="*/ 147 h 147"/>
                  <a:gd name="T2" fmla="*/ 0 w 514"/>
                  <a:gd name="T3" fmla="*/ 147 h 147"/>
                  <a:gd name="T4" fmla="*/ 0 w 514"/>
                  <a:gd name="T5" fmla="*/ 0 h 147"/>
                  <a:gd name="T6" fmla="*/ 514 w 514"/>
                  <a:gd name="T7" fmla="*/ 0 h 147"/>
                  <a:gd name="T8" fmla="*/ 268 w 514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" h="147">
                    <a:moveTo>
                      <a:pt x="268" y="147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14" y="0"/>
                      <a:pt x="514" y="0"/>
                      <a:pt x="514" y="0"/>
                    </a:cubicBezTo>
                    <a:cubicBezTo>
                      <a:pt x="467" y="88"/>
                      <a:pt x="374" y="147"/>
                      <a:pt x="268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Freeform 55">
                <a:extLst>
                  <a:ext uri="{FF2B5EF4-FFF2-40B4-BE49-F238E27FC236}">
                    <a16:creationId xmlns:a16="http://schemas.microsoft.com/office/drawing/2014/main" id="{1CE2079A-627F-4603-9B9E-59176C88C3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241676"/>
                <a:ext cx="1535113" cy="382588"/>
              </a:xfrm>
              <a:custGeom>
                <a:avLst/>
                <a:gdLst>
                  <a:gd name="T0" fmla="*/ 548 w 548"/>
                  <a:gd name="T1" fmla="*/ 65 h 136"/>
                  <a:gd name="T2" fmla="*/ 539 w 548"/>
                  <a:gd name="T3" fmla="*/ 136 h 136"/>
                  <a:gd name="T4" fmla="*/ 0 w 548"/>
                  <a:gd name="T5" fmla="*/ 136 h 136"/>
                  <a:gd name="T6" fmla="*/ 0 w 548"/>
                  <a:gd name="T7" fmla="*/ 0 h 136"/>
                  <a:gd name="T8" fmla="*/ 540 w 548"/>
                  <a:gd name="T9" fmla="*/ 0 h 136"/>
                  <a:gd name="T10" fmla="*/ 548 w 548"/>
                  <a:gd name="T11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36">
                    <a:moveTo>
                      <a:pt x="548" y="65"/>
                    </a:moveTo>
                    <a:cubicBezTo>
                      <a:pt x="548" y="90"/>
                      <a:pt x="545" y="114"/>
                      <a:pt x="539" y="136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40" y="0"/>
                      <a:pt x="540" y="0"/>
                      <a:pt x="540" y="0"/>
                    </a:cubicBezTo>
                    <a:cubicBezTo>
                      <a:pt x="545" y="21"/>
                      <a:pt x="548" y="43"/>
                      <a:pt x="548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Freeform 56">
                <a:extLst>
                  <a:ext uri="{FF2B5EF4-FFF2-40B4-BE49-F238E27FC236}">
                    <a16:creationId xmlns:a16="http://schemas.microsoft.com/office/drawing/2014/main" id="{886FAD01-96EE-4970-8B0E-97A2AA96D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3241676"/>
                <a:ext cx="603250" cy="382588"/>
              </a:xfrm>
              <a:custGeom>
                <a:avLst/>
                <a:gdLst>
                  <a:gd name="T0" fmla="*/ 0 w 215"/>
                  <a:gd name="T1" fmla="*/ 65 h 136"/>
                  <a:gd name="T2" fmla="*/ 0 w 215"/>
                  <a:gd name="T3" fmla="*/ 65 h 136"/>
                  <a:gd name="T4" fmla="*/ 8 w 215"/>
                  <a:gd name="T5" fmla="*/ 0 h 136"/>
                  <a:gd name="T6" fmla="*/ 215 w 215"/>
                  <a:gd name="T7" fmla="*/ 0 h 136"/>
                  <a:gd name="T8" fmla="*/ 207 w 215"/>
                  <a:gd name="T9" fmla="*/ 72 h 136"/>
                  <a:gd name="T10" fmla="*/ 213 w 215"/>
                  <a:gd name="T11" fmla="*/ 136 h 136"/>
                  <a:gd name="T12" fmla="*/ 9 w 215"/>
                  <a:gd name="T13" fmla="*/ 136 h 136"/>
                  <a:gd name="T14" fmla="*/ 0 w 215"/>
                  <a:gd name="T15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36">
                    <a:moveTo>
                      <a:pt x="0" y="65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43"/>
                      <a:pt x="3" y="21"/>
                      <a:pt x="8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10" y="23"/>
                      <a:pt x="207" y="47"/>
                      <a:pt x="207" y="72"/>
                    </a:cubicBezTo>
                    <a:cubicBezTo>
                      <a:pt x="207" y="94"/>
                      <a:pt x="209" y="116"/>
                      <a:pt x="213" y="136"/>
                    </a:cubicBezTo>
                    <a:cubicBezTo>
                      <a:pt x="9" y="136"/>
                      <a:pt x="9" y="136"/>
                      <a:pt x="9" y="136"/>
                    </a:cubicBezTo>
                    <a:cubicBezTo>
                      <a:pt x="4" y="114"/>
                      <a:pt x="0" y="90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Freeform 57">
                <a:extLst>
                  <a:ext uri="{FF2B5EF4-FFF2-40B4-BE49-F238E27FC236}">
                    <a16:creationId xmlns:a16="http://schemas.microsoft.com/office/drawing/2014/main" id="{0DCBEF6E-1766-46E4-8F7E-DAC843A62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813" y="3802063"/>
                <a:ext cx="1443038" cy="412750"/>
              </a:xfrm>
              <a:custGeom>
                <a:avLst/>
                <a:gdLst>
                  <a:gd name="T0" fmla="*/ 515 w 515"/>
                  <a:gd name="T1" fmla="*/ 147 h 147"/>
                  <a:gd name="T2" fmla="*/ 247 w 515"/>
                  <a:gd name="T3" fmla="*/ 147 h 147"/>
                  <a:gd name="T4" fmla="*/ 0 w 515"/>
                  <a:gd name="T5" fmla="*/ 0 h 147"/>
                  <a:gd name="T6" fmla="*/ 515 w 515"/>
                  <a:gd name="T7" fmla="*/ 0 h 147"/>
                  <a:gd name="T8" fmla="*/ 515 w 515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5" h="147">
                    <a:moveTo>
                      <a:pt x="515" y="147"/>
                    </a:moveTo>
                    <a:cubicBezTo>
                      <a:pt x="247" y="147"/>
                      <a:pt x="247" y="147"/>
                      <a:pt x="247" y="147"/>
                    </a:cubicBezTo>
                    <a:cubicBezTo>
                      <a:pt x="141" y="147"/>
                      <a:pt x="48" y="88"/>
                      <a:pt x="0" y="0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15" y="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Freeform 58">
                <a:extLst>
                  <a:ext uri="{FF2B5EF4-FFF2-40B4-BE49-F238E27FC236}">
                    <a16:creationId xmlns:a16="http://schemas.microsoft.com/office/drawing/2014/main" id="{4F8429B0-9FE9-4D38-B022-E04F37330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1" y="2636838"/>
                <a:ext cx="1447800" cy="425450"/>
              </a:xfrm>
              <a:custGeom>
                <a:avLst/>
                <a:gdLst>
                  <a:gd name="T0" fmla="*/ 0 w 517"/>
                  <a:gd name="T1" fmla="*/ 151 h 151"/>
                  <a:gd name="T2" fmla="*/ 249 w 517"/>
                  <a:gd name="T3" fmla="*/ 0 h 151"/>
                  <a:gd name="T4" fmla="*/ 517 w 517"/>
                  <a:gd name="T5" fmla="*/ 0 h 151"/>
                  <a:gd name="T6" fmla="*/ 517 w 517"/>
                  <a:gd name="T7" fmla="*/ 151 h 151"/>
                  <a:gd name="T8" fmla="*/ 0 w 517"/>
                  <a:gd name="T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151"/>
                    </a:moveTo>
                    <a:cubicBezTo>
                      <a:pt x="47" y="61"/>
                      <a:pt x="141" y="0"/>
                      <a:pt x="249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151"/>
                      <a:pt x="517" y="151"/>
                      <a:pt x="517" y="151"/>
                    </a:cubicBezTo>
                    <a:lnTo>
                      <a:pt x="0" y="1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" name="Freeform 59">
              <a:extLst>
                <a:ext uri="{FF2B5EF4-FFF2-40B4-BE49-F238E27FC236}">
                  <a16:creationId xmlns:a16="http://schemas.microsoft.com/office/drawing/2014/main" id="{5C20EFAE-73ED-427B-B059-A6044C939F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2388" y="2716213"/>
              <a:ext cx="784225" cy="731838"/>
            </a:xfrm>
            <a:custGeom>
              <a:avLst/>
              <a:gdLst>
                <a:gd name="T0" fmla="*/ 41 w 494"/>
                <a:gd name="T1" fmla="*/ 422 h 461"/>
                <a:gd name="T2" fmla="*/ 41 w 494"/>
                <a:gd name="T3" fmla="*/ 117 h 461"/>
                <a:gd name="T4" fmla="*/ 215 w 494"/>
                <a:gd name="T5" fmla="*/ 117 h 461"/>
                <a:gd name="T6" fmla="*/ 215 w 494"/>
                <a:gd name="T7" fmla="*/ 72 h 461"/>
                <a:gd name="T8" fmla="*/ 9 w 494"/>
                <a:gd name="T9" fmla="*/ 72 h 461"/>
                <a:gd name="T10" fmla="*/ 9 w 494"/>
                <a:gd name="T11" fmla="*/ 35 h 461"/>
                <a:gd name="T12" fmla="*/ 215 w 494"/>
                <a:gd name="T13" fmla="*/ 35 h 461"/>
                <a:gd name="T14" fmla="*/ 215 w 494"/>
                <a:gd name="T15" fmla="*/ 0 h 461"/>
                <a:gd name="T16" fmla="*/ 279 w 494"/>
                <a:gd name="T17" fmla="*/ 0 h 461"/>
                <a:gd name="T18" fmla="*/ 279 w 494"/>
                <a:gd name="T19" fmla="*/ 35 h 461"/>
                <a:gd name="T20" fmla="*/ 485 w 494"/>
                <a:gd name="T21" fmla="*/ 35 h 461"/>
                <a:gd name="T22" fmla="*/ 485 w 494"/>
                <a:gd name="T23" fmla="*/ 72 h 461"/>
                <a:gd name="T24" fmla="*/ 279 w 494"/>
                <a:gd name="T25" fmla="*/ 72 h 461"/>
                <a:gd name="T26" fmla="*/ 279 w 494"/>
                <a:gd name="T27" fmla="*/ 117 h 461"/>
                <a:gd name="T28" fmla="*/ 452 w 494"/>
                <a:gd name="T29" fmla="*/ 117 h 461"/>
                <a:gd name="T30" fmla="*/ 452 w 494"/>
                <a:gd name="T31" fmla="*/ 422 h 461"/>
                <a:gd name="T32" fmla="*/ 494 w 494"/>
                <a:gd name="T33" fmla="*/ 422 h 461"/>
                <a:gd name="T34" fmla="*/ 494 w 494"/>
                <a:gd name="T35" fmla="*/ 461 h 461"/>
                <a:gd name="T36" fmla="*/ 0 w 494"/>
                <a:gd name="T37" fmla="*/ 461 h 461"/>
                <a:gd name="T38" fmla="*/ 0 w 494"/>
                <a:gd name="T39" fmla="*/ 422 h 461"/>
                <a:gd name="T40" fmla="*/ 41 w 494"/>
                <a:gd name="T41" fmla="*/ 422 h 461"/>
                <a:gd name="T42" fmla="*/ 388 w 494"/>
                <a:gd name="T43" fmla="*/ 193 h 461"/>
                <a:gd name="T44" fmla="*/ 388 w 494"/>
                <a:gd name="T45" fmla="*/ 154 h 461"/>
                <a:gd name="T46" fmla="*/ 106 w 494"/>
                <a:gd name="T47" fmla="*/ 154 h 461"/>
                <a:gd name="T48" fmla="*/ 106 w 494"/>
                <a:gd name="T49" fmla="*/ 193 h 461"/>
                <a:gd name="T50" fmla="*/ 388 w 494"/>
                <a:gd name="T51" fmla="*/ 193 h 461"/>
                <a:gd name="T52" fmla="*/ 388 w 494"/>
                <a:gd name="T53" fmla="*/ 269 h 461"/>
                <a:gd name="T54" fmla="*/ 388 w 494"/>
                <a:gd name="T55" fmla="*/ 232 h 461"/>
                <a:gd name="T56" fmla="*/ 106 w 494"/>
                <a:gd name="T57" fmla="*/ 232 h 461"/>
                <a:gd name="T58" fmla="*/ 106 w 494"/>
                <a:gd name="T59" fmla="*/ 269 h 461"/>
                <a:gd name="T60" fmla="*/ 388 w 494"/>
                <a:gd name="T61" fmla="*/ 269 h 461"/>
                <a:gd name="T62" fmla="*/ 388 w 494"/>
                <a:gd name="T63" fmla="*/ 345 h 461"/>
                <a:gd name="T64" fmla="*/ 388 w 494"/>
                <a:gd name="T65" fmla="*/ 306 h 461"/>
                <a:gd name="T66" fmla="*/ 106 w 494"/>
                <a:gd name="T67" fmla="*/ 306 h 461"/>
                <a:gd name="T68" fmla="*/ 106 w 494"/>
                <a:gd name="T69" fmla="*/ 345 h 461"/>
                <a:gd name="T70" fmla="*/ 388 w 494"/>
                <a:gd name="T71" fmla="*/ 345 h 461"/>
                <a:gd name="T72" fmla="*/ 388 w 494"/>
                <a:gd name="T73" fmla="*/ 422 h 461"/>
                <a:gd name="T74" fmla="*/ 388 w 494"/>
                <a:gd name="T75" fmla="*/ 384 h 461"/>
                <a:gd name="T76" fmla="*/ 106 w 494"/>
                <a:gd name="T77" fmla="*/ 384 h 461"/>
                <a:gd name="T78" fmla="*/ 106 w 494"/>
                <a:gd name="T79" fmla="*/ 422 h 461"/>
                <a:gd name="T80" fmla="*/ 388 w 494"/>
                <a:gd name="T81" fmla="*/ 422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4" h="461">
                  <a:moveTo>
                    <a:pt x="41" y="422"/>
                  </a:moveTo>
                  <a:lnTo>
                    <a:pt x="41" y="117"/>
                  </a:lnTo>
                  <a:lnTo>
                    <a:pt x="215" y="117"/>
                  </a:lnTo>
                  <a:lnTo>
                    <a:pt x="215" y="72"/>
                  </a:lnTo>
                  <a:lnTo>
                    <a:pt x="9" y="72"/>
                  </a:lnTo>
                  <a:lnTo>
                    <a:pt x="9" y="35"/>
                  </a:lnTo>
                  <a:lnTo>
                    <a:pt x="215" y="35"/>
                  </a:lnTo>
                  <a:lnTo>
                    <a:pt x="215" y="0"/>
                  </a:lnTo>
                  <a:lnTo>
                    <a:pt x="279" y="0"/>
                  </a:lnTo>
                  <a:lnTo>
                    <a:pt x="279" y="35"/>
                  </a:lnTo>
                  <a:lnTo>
                    <a:pt x="485" y="35"/>
                  </a:lnTo>
                  <a:lnTo>
                    <a:pt x="485" y="72"/>
                  </a:lnTo>
                  <a:lnTo>
                    <a:pt x="279" y="72"/>
                  </a:lnTo>
                  <a:lnTo>
                    <a:pt x="279" y="117"/>
                  </a:lnTo>
                  <a:lnTo>
                    <a:pt x="452" y="117"/>
                  </a:lnTo>
                  <a:lnTo>
                    <a:pt x="452" y="422"/>
                  </a:lnTo>
                  <a:lnTo>
                    <a:pt x="494" y="422"/>
                  </a:lnTo>
                  <a:lnTo>
                    <a:pt x="494" y="461"/>
                  </a:lnTo>
                  <a:lnTo>
                    <a:pt x="0" y="461"/>
                  </a:lnTo>
                  <a:lnTo>
                    <a:pt x="0" y="422"/>
                  </a:lnTo>
                  <a:lnTo>
                    <a:pt x="41" y="422"/>
                  </a:lnTo>
                  <a:close/>
                  <a:moveTo>
                    <a:pt x="388" y="193"/>
                  </a:moveTo>
                  <a:lnTo>
                    <a:pt x="388" y="154"/>
                  </a:lnTo>
                  <a:lnTo>
                    <a:pt x="106" y="154"/>
                  </a:lnTo>
                  <a:lnTo>
                    <a:pt x="106" y="193"/>
                  </a:lnTo>
                  <a:lnTo>
                    <a:pt x="388" y="193"/>
                  </a:lnTo>
                  <a:close/>
                  <a:moveTo>
                    <a:pt x="388" y="269"/>
                  </a:moveTo>
                  <a:lnTo>
                    <a:pt x="388" y="232"/>
                  </a:lnTo>
                  <a:lnTo>
                    <a:pt x="106" y="232"/>
                  </a:lnTo>
                  <a:lnTo>
                    <a:pt x="106" y="269"/>
                  </a:lnTo>
                  <a:lnTo>
                    <a:pt x="388" y="269"/>
                  </a:lnTo>
                  <a:close/>
                  <a:moveTo>
                    <a:pt x="388" y="345"/>
                  </a:moveTo>
                  <a:lnTo>
                    <a:pt x="388" y="306"/>
                  </a:lnTo>
                  <a:lnTo>
                    <a:pt x="106" y="306"/>
                  </a:lnTo>
                  <a:lnTo>
                    <a:pt x="106" y="345"/>
                  </a:lnTo>
                  <a:lnTo>
                    <a:pt x="388" y="345"/>
                  </a:lnTo>
                  <a:close/>
                  <a:moveTo>
                    <a:pt x="388" y="422"/>
                  </a:moveTo>
                  <a:lnTo>
                    <a:pt x="388" y="384"/>
                  </a:lnTo>
                  <a:lnTo>
                    <a:pt x="106" y="384"/>
                  </a:lnTo>
                  <a:lnTo>
                    <a:pt x="106" y="422"/>
                  </a:lnTo>
                  <a:lnTo>
                    <a:pt x="388" y="4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" name="Freeform 60">
              <a:extLst>
                <a:ext uri="{FF2B5EF4-FFF2-40B4-BE49-F238E27FC236}">
                  <a16:creationId xmlns:a16="http://schemas.microsoft.com/office/drawing/2014/main" id="{2832FBF0-5042-4642-A336-15EE0828C6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5351" y="2706688"/>
              <a:ext cx="812800" cy="771525"/>
            </a:xfrm>
            <a:custGeom>
              <a:avLst/>
              <a:gdLst>
                <a:gd name="T0" fmla="*/ 69 w 290"/>
                <a:gd name="T1" fmla="*/ 107 h 274"/>
                <a:gd name="T2" fmla="*/ 45 w 290"/>
                <a:gd name="T3" fmla="*/ 131 h 274"/>
                <a:gd name="T4" fmla="*/ 0 w 290"/>
                <a:gd name="T5" fmla="*/ 84 h 274"/>
                <a:gd name="T6" fmla="*/ 16 w 290"/>
                <a:gd name="T7" fmla="*/ 72 h 274"/>
                <a:gd name="T8" fmla="*/ 69 w 290"/>
                <a:gd name="T9" fmla="*/ 107 h 274"/>
                <a:gd name="T10" fmla="*/ 40 w 290"/>
                <a:gd name="T11" fmla="*/ 271 h 274"/>
                <a:gd name="T12" fmla="*/ 66 w 290"/>
                <a:gd name="T13" fmla="*/ 159 h 274"/>
                <a:gd name="T14" fmla="*/ 45 w 290"/>
                <a:gd name="T15" fmla="*/ 154 h 274"/>
                <a:gd name="T16" fmla="*/ 2 w 290"/>
                <a:gd name="T17" fmla="*/ 259 h 274"/>
                <a:gd name="T18" fmla="*/ 40 w 290"/>
                <a:gd name="T19" fmla="*/ 271 h 274"/>
                <a:gd name="T20" fmla="*/ 77 w 290"/>
                <a:gd name="T21" fmla="*/ 39 h 274"/>
                <a:gd name="T22" fmla="*/ 52 w 290"/>
                <a:gd name="T23" fmla="*/ 63 h 274"/>
                <a:gd name="T24" fmla="*/ 8 w 290"/>
                <a:gd name="T25" fmla="*/ 16 h 274"/>
                <a:gd name="T26" fmla="*/ 24 w 290"/>
                <a:gd name="T27" fmla="*/ 3 h 274"/>
                <a:gd name="T28" fmla="*/ 77 w 290"/>
                <a:gd name="T29" fmla="*/ 39 h 274"/>
                <a:gd name="T30" fmla="*/ 142 w 290"/>
                <a:gd name="T31" fmla="*/ 162 h 274"/>
                <a:gd name="T32" fmla="*/ 110 w 290"/>
                <a:gd name="T33" fmla="*/ 252 h 274"/>
                <a:gd name="T34" fmla="*/ 78 w 290"/>
                <a:gd name="T35" fmla="*/ 274 h 274"/>
                <a:gd name="T36" fmla="*/ 67 w 290"/>
                <a:gd name="T37" fmla="*/ 258 h 274"/>
                <a:gd name="T38" fmla="*/ 86 w 290"/>
                <a:gd name="T39" fmla="*/ 233 h 274"/>
                <a:gd name="T40" fmla="*/ 106 w 290"/>
                <a:gd name="T41" fmla="*/ 160 h 274"/>
                <a:gd name="T42" fmla="*/ 106 w 290"/>
                <a:gd name="T43" fmla="*/ 145 h 274"/>
                <a:gd name="T44" fmla="*/ 142 w 290"/>
                <a:gd name="T45" fmla="*/ 145 h 274"/>
                <a:gd name="T46" fmla="*/ 142 w 290"/>
                <a:gd name="T47" fmla="*/ 162 h 274"/>
                <a:gd name="T48" fmla="*/ 169 w 290"/>
                <a:gd name="T49" fmla="*/ 32 h 274"/>
                <a:gd name="T50" fmla="*/ 150 w 290"/>
                <a:gd name="T51" fmla="*/ 11 h 274"/>
                <a:gd name="T52" fmla="*/ 166 w 290"/>
                <a:gd name="T53" fmla="*/ 0 h 274"/>
                <a:gd name="T54" fmla="*/ 207 w 290"/>
                <a:gd name="T55" fmla="*/ 22 h 274"/>
                <a:gd name="T56" fmla="*/ 189 w 290"/>
                <a:gd name="T57" fmla="*/ 32 h 274"/>
                <a:gd name="T58" fmla="*/ 278 w 290"/>
                <a:gd name="T59" fmla="*/ 32 h 274"/>
                <a:gd name="T60" fmla="*/ 278 w 290"/>
                <a:gd name="T61" fmla="*/ 54 h 274"/>
                <a:gd name="T62" fmla="*/ 154 w 290"/>
                <a:gd name="T63" fmla="*/ 54 h 274"/>
                <a:gd name="T64" fmla="*/ 175 w 290"/>
                <a:gd name="T65" fmla="*/ 61 h 274"/>
                <a:gd name="T66" fmla="*/ 126 w 290"/>
                <a:gd name="T67" fmla="*/ 107 h 274"/>
                <a:gd name="T68" fmla="*/ 227 w 290"/>
                <a:gd name="T69" fmla="*/ 100 h 274"/>
                <a:gd name="T70" fmla="*/ 208 w 290"/>
                <a:gd name="T71" fmla="*/ 74 h 274"/>
                <a:gd name="T72" fmla="*/ 226 w 290"/>
                <a:gd name="T73" fmla="*/ 62 h 274"/>
                <a:gd name="T74" fmla="*/ 285 w 290"/>
                <a:gd name="T75" fmla="*/ 123 h 274"/>
                <a:gd name="T76" fmla="*/ 254 w 290"/>
                <a:gd name="T77" fmla="*/ 144 h 274"/>
                <a:gd name="T78" fmla="*/ 240 w 290"/>
                <a:gd name="T79" fmla="*/ 119 h 274"/>
                <a:gd name="T80" fmla="*/ 90 w 290"/>
                <a:gd name="T81" fmla="*/ 139 h 274"/>
                <a:gd name="T82" fmla="*/ 79 w 290"/>
                <a:gd name="T83" fmla="*/ 109 h 274"/>
                <a:gd name="T84" fmla="*/ 86 w 290"/>
                <a:gd name="T85" fmla="*/ 109 h 274"/>
                <a:gd name="T86" fmla="*/ 134 w 290"/>
                <a:gd name="T87" fmla="*/ 54 h 274"/>
                <a:gd name="T88" fmla="*/ 78 w 290"/>
                <a:gd name="T89" fmla="*/ 54 h 274"/>
                <a:gd name="T90" fmla="*/ 78 w 290"/>
                <a:gd name="T91" fmla="*/ 32 h 274"/>
                <a:gd name="T92" fmla="*/ 169 w 290"/>
                <a:gd name="T93" fmla="*/ 32 h 274"/>
                <a:gd name="T94" fmla="*/ 160 w 290"/>
                <a:gd name="T95" fmla="*/ 268 h 274"/>
                <a:gd name="T96" fmla="*/ 196 w 290"/>
                <a:gd name="T97" fmla="*/ 268 h 274"/>
                <a:gd name="T98" fmla="*/ 196 w 290"/>
                <a:gd name="T99" fmla="*/ 145 h 274"/>
                <a:gd name="T100" fmla="*/ 160 w 290"/>
                <a:gd name="T101" fmla="*/ 145 h 274"/>
                <a:gd name="T102" fmla="*/ 160 w 290"/>
                <a:gd name="T103" fmla="*/ 268 h 274"/>
                <a:gd name="T104" fmla="*/ 249 w 290"/>
                <a:gd name="T105" fmla="*/ 268 h 274"/>
                <a:gd name="T106" fmla="*/ 222 w 290"/>
                <a:gd name="T107" fmla="*/ 258 h 274"/>
                <a:gd name="T108" fmla="*/ 213 w 290"/>
                <a:gd name="T109" fmla="*/ 232 h 274"/>
                <a:gd name="T110" fmla="*/ 213 w 290"/>
                <a:gd name="T111" fmla="*/ 145 h 274"/>
                <a:gd name="T112" fmla="*/ 250 w 290"/>
                <a:gd name="T113" fmla="*/ 145 h 274"/>
                <a:gd name="T114" fmla="*/ 250 w 290"/>
                <a:gd name="T115" fmla="*/ 223 h 274"/>
                <a:gd name="T116" fmla="*/ 254 w 290"/>
                <a:gd name="T117" fmla="*/ 233 h 274"/>
                <a:gd name="T118" fmla="*/ 264 w 290"/>
                <a:gd name="T119" fmla="*/ 238 h 274"/>
                <a:gd name="T120" fmla="*/ 290 w 290"/>
                <a:gd name="T121" fmla="*/ 238 h 274"/>
                <a:gd name="T122" fmla="*/ 281 w 290"/>
                <a:gd name="T123" fmla="*/ 268 h 274"/>
                <a:gd name="T124" fmla="*/ 249 w 290"/>
                <a:gd name="T125" fmla="*/ 268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0" h="274">
                  <a:moveTo>
                    <a:pt x="69" y="107"/>
                  </a:moveTo>
                  <a:cubicBezTo>
                    <a:pt x="45" y="131"/>
                    <a:pt x="45" y="131"/>
                    <a:pt x="45" y="131"/>
                  </a:cubicBezTo>
                  <a:cubicBezTo>
                    <a:pt x="31" y="115"/>
                    <a:pt x="16" y="99"/>
                    <a:pt x="0" y="84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40" y="82"/>
                    <a:pt x="58" y="93"/>
                    <a:pt x="69" y="107"/>
                  </a:cubicBezTo>
                  <a:close/>
                  <a:moveTo>
                    <a:pt x="40" y="271"/>
                  </a:moveTo>
                  <a:cubicBezTo>
                    <a:pt x="53" y="240"/>
                    <a:pt x="61" y="203"/>
                    <a:pt x="66" y="159"/>
                  </a:cubicBezTo>
                  <a:cubicBezTo>
                    <a:pt x="45" y="154"/>
                    <a:pt x="45" y="154"/>
                    <a:pt x="45" y="154"/>
                  </a:cubicBezTo>
                  <a:cubicBezTo>
                    <a:pt x="32" y="190"/>
                    <a:pt x="18" y="225"/>
                    <a:pt x="2" y="259"/>
                  </a:cubicBezTo>
                  <a:lnTo>
                    <a:pt x="40" y="271"/>
                  </a:lnTo>
                  <a:close/>
                  <a:moveTo>
                    <a:pt x="77" y="39"/>
                  </a:moveTo>
                  <a:cubicBezTo>
                    <a:pt x="52" y="63"/>
                    <a:pt x="52" y="63"/>
                    <a:pt x="52" y="63"/>
                  </a:cubicBezTo>
                  <a:cubicBezTo>
                    <a:pt x="38" y="46"/>
                    <a:pt x="23" y="31"/>
                    <a:pt x="8" y="16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47" y="13"/>
                    <a:pt x="65" y="25"/>
                    <a:pt x="77" y="39"/>
                  </a:cubicBezTo>
                  <a:close/>
                  <a:moveTo>
                    <a:pt x="142" y="162"/>
                  </a:moveTo>
                  <a:cubicBezTo>
                    <a:pt x="142" y="200"/>
                    <a:pt x="132" y="229"/>
                    <a:pt x="110" y="252"/>
                  </a:cubicBezTo>
                  <a:cubicBezTo>
                    <a:pt x="100" y="263"/>
                    <a:pt x="89" y="271"/>
                    <a:pt x="78" y="274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73" y="252"/>
                    <a:pt x="80" y="244"/>
                    <a:pt x="86" y="233"/>
                  </a:cubicBezTo>
                  <a:cubicBezTo>
                    <a:pt x="99" y="212"/>
                    <a:pt x="106" y="188"/>
                    <a:pt x="106" y="160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142" y="145"/>
                    <a:pt x="142" y="145"/>
                    <a:pt x="142" y="145"/>
                  </a:cubicBezTo>
                  <a:lnTo>
                    <a:pt x="142" y="162"/>
                  </a:lnTo>
                  <a:close/>
                  <a:moveTo>
                    <a:pt x="169" y="32"/>
                  </a:moveTo>
                  <a:cubicBezTo>
                    <a:pt x="163" y="25"/>
                    <a:pt x="156" y="18"/>
                    <a:pt x="150" y="11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82" y="3"/>
                    <a:pt x="195" y="11"/>
                    <a:pt x="207" y="22"/>
                  </a:cubicBezTo>
                  <a:cubicBezTo>
                    <a:pt x="189" y="32"/>
                    <a:pt x="189" y="32"/>
                    <a:pt x="189" y="3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75" y="61"/>
                    <a:pt x="175" y="61"/>
                    <a:pt x="175" y="61"/>
                  </a:cubicBezTo>
                  <a:cubicBezTo>
                    <a:pt x="161" y="78"/>
                    <a:pt x="145" y="93"/>
                    <a:pt x="126" y="107"/>
                  </a:cubicBezTo>
                  <a:cubicBezTo>
                    <a:pt x="160" y="105"/>
                    <a:pt x="194" y="103"/>
                    <a:pt x="227" y="100"/>
                  </a:cubicBezTo>
                  <a:cubicBezTo>
                    <a:pt x="221" y="91"/>
                    <a:pt x="215" y="82"/>
                    <a:pt x="208" y="74"/>
                  </a:cubicBezTo>
                  <a:cubicBezTo>
                    <a:pt x="226" y="62"/>
                    <a:pt x="226" y="62"/>
                    <a:pt x="226" y="62"/>
                  </a:cubicBezTo>
                  <a:cubicBezTo>
                    <a:pt x="252" y="82"/>
                    <a:pt x="272" y="103"/>
                    <a:pt x="285" y="123"/>
                  </a:cubicBezTo>
                  <a:cubicBezTo>
                    <a:pt x="254" y="144"/>
                    <a:pt x="254" y="144"/>
                    <a:pt x="254" y="144"/>
                  </a:cubicBezTo>
                  <a:cubicBezTo>
                    <a:pt x="249" y="135"/>
                    <a:pt x="245" y="127"/>
                    <a:pt x="240" y="119"/>
                  </a:cubicBezTo>
                  <a:cubicBezTo>
                    <a:pt x="195" y="130"/>
                    <a:pt x="145" y="137"/>
                    <a:pt x="90" y="13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2" y="109"/>
                    <a:pt x="84" y="109"/>
                    <a:pt x="86" y="109"/>
                  </a:cubicBezTo>
                  <a:cubicBezTo>
                    <a:pt x="103" y="93"/>
                    <a:pt x="119" y="74"/>
                    <a:pt x="134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32"/>
                    <a:pt x="78" y="32"/>
                    <a:pt x="78" y="32"/>
                  </a:cubicBezTo>
                  <a:lnTo>
                    <a:pt x="169" y="32"/>
                  </a:lnTo>
                  <a:close/>
                  <a:moveTo>
                    <a:pt x="160" y="268"/>
                  </a:moveTo>
                  <a:cubicBezTo>
                    <a:pt x="196" y="268"/>
                    <a:pt x="196" y="268"/>
                    <a:pt x="196" y="268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60" y="145"/>
                    <a:pt x="160" y="145"/>
                    <a:pt x="160" y="145"/>
                  </a:cubicBezTo>
                  <a:lnTo>
                    <a:pt x="160" y="268"/>
                  </a:lnTo>
                  <a:close/>
                  <a:moveTo>
                    <a:pt x="249" y="268"/>
                  </a:moveTo>
                  <a:cubicBezTo>
                    <a:pt x="237" y="268"/>
                    <a:pt x="228" y="265"/>
                    <a:pt x="222" y="258"/>
                  </a:cubicBezTo>
                  <a:cubicBezTo>
                    <a:pt x="216" y="251"/>
                    <a:pt x="213" y="243"/>
                    <a:pt x="213" y="232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50" y="145"/>
                    <a:pt x="250" y="145"/>
                    <a:pt x="250" y="145"/>
                  </a:cubicBezTo>
                  <a:cubicBezTo>
                    <a:pt x="250" y="223"/>
                    <a:pt x="250" y="223"/>
                    <a:pt x="250" y="223"/>
                  </a:cubicBezTo>
                  <a:cubicBezTo>
                    <a:pt x="250" y="227"/>
                    <a:pt x="251" y="230"/>
                    <a:pt x="254" y="233"/>
                  </a:cubicBezTo>
                  <a:cubicBezTo>
                    <a:pt x="256" y="236"/>
                    <a:pt x="260" y="238"/>
                    <a:pt x="264" y="238"/>
                  </a:cubicBezTo>
                  <a:cubicBezTo>
                    <a:pt x="290" y="238"/>
                    <a:pt x="290" y="238"/>
                    <a:pt x="290" y="238"/>
                  </a:cubicBezTo>
                  <a:cubicBezTo>
                    <a:pt x="281" y="268"/>
                    <a:pt x="281" y="268"/>
                    <a:pt x="281" y="268"/>
                  </a:cubicBezTo>
                  <a:lnTo>
                    <a:pt x="249" y="268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1">
              <a:extLst>
                <a:ext uri="{FF2B5EF4-FFF2-40B4-BE49-F238E27FC236}">
                  <a16:creationId xmlns:a16="http://schemas.microsoft.com/office/drawing/2014/main" id="{1B4DCE46-7F27-4A24-B65C-EF61164ACB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5938" y="2749551"/>
              <a:ext cx="798513" cy="728663"/>
            </a:xfrm>
            <a:custGeom>
              <a:avLst/>
              <a:gdLst>
                <a:gd name="T0" fmla="*/ 23 w 285"/>
                <a:gd name="T1" fmla="*/ 147 h 259"/>
                <a:gd name="T2" fmla="*/ 14 w 285"/>
                <a:gd name="T3" fmla="*/ 158 h 259"/>
                <a:gd name="T4" fmla="*/ 0 w 285"/>
                <a:gd name="T5" fmla="*/ 143 h 259"/>
                <a:gd name="T6" fmla="*/ 33 w 285"/>
                <a:gd name="T7" fmla="*/ 22 h 259"/>
                <a:gd name="T8" fmla="*/ 5 w 285"/>
                <a:gd name="T9" fmla="*/ 22 h 259"/>
                <a:gd name="T10" fmla="*/ 5 w 285"/>
                <a:gd name="T11" fmla="*/ 0 h 259"/>
                <a:gd name="T12" fmla="*/ 110 w 285"/>
                <a:gd name="T13" fmla="*/ 0 h 259"/>
                <a:gd name="T14" fmla="*/ 110 w 285"/>
                <a:gd name="T15" fmla="*/ 22 h 259"/>
                <a:gd name="T16" fmla="*/ 71 w 285"/>
                <a:gd name="T17" fmla="*/ 22 h 259"/>
                <a:gd name="T18" fmla="*/ 54 w 285"/>
                <a:gd name="T19" fmla="*/ 86 h 259"/>
                <a:gd name="T20" fmla="*/ 107 w 285"/>
                <a:gd name="T21" fmla="*/ 86 h 259"/>
                <a:gd name="T22" fmla="*/ 107 w 285"/>
                <a:gd name="T23" fmla="*/ 236 h 259"/>
                <a:gd name="T24" fmla="*/ 23 w 285"/>
                <a:gd name="T25" fmla="*/ 236 h 259"/>
                <a:gd name="T26" fmla="*/ 23 w 285"/>
                <a:gd name="T27" fmla="*/ 147 h 259"/>
                <a:gd name="T28" fmla="*/ 57 w 285"/>
                <a:gd name="T29" fmla="*/ 214 h 259"/>
                <a:gd name="T30" fmla="*/ 73 w 285"/>
                <a:gd name="T31" fmla="*/ 214 h 259"/>
                <a:gd name="T32" fmla="*/ 73 w 285"/>
                <a:gd name="T33" fmla="*/ 107 h 259"/>
                <a:gd name="T34" fmla="*/ 57 w 285"/>
                <a:gd name="T35" fmla="*/ 107 h 259"/>
                <a:gd name="T36" fmla="*/ 57 w 285"/>
                <a:gd name="T37" fmla="*/ 214 h 259"/>
                <a:gd name="T38" fmla="*/ 219 w 285"/>
                <a:gd name="T39" fmla="*/ 133 h 259"/>
                <a:gd name="T40" fmla="*/ 179 w 285"/>
                <a:gd name="T41" fmla="*/ 133 h 259"/>
                <a:gd name="T42" fmla="*/ 144 w 285"/>
                <a:gd name="T43" fmla="*/ 236 h 259"/>
                <a:gd name="T44" fmla="*/ 113 w 285"/>
                <a:gd name="T45" fmla="*/ 259 h 259"/>
                <a:gd name="T46" fmla="*/ 102 w 285"/>
                <a:gd name="T47" fmla="*/ 244 h 259"/>
                <a:gd name="T48" fmla="*/ 143 w 285"/>
                <a:gd name="T49" fmla="*/ 133 h 259"/>
                <a:gd name="T50" fmla="*/ 114 w 285"/>
                <a:gd name="T51" fmla="*/ 133 h 259"/>
                <a:gd name="T52" fmla="*/ 114 w 285"/>
                <a:gd name="T53" fmla="*/ 112 h 259"/>
                <a:gd name="T54" fmla="*/ 143 w 285"/>
                <a:gd name="T55" fmla="*/ 112 h 259"/>
                <a:gd name="T56" fmla="*/ 143 w 285"/>
                <a:gd name="T57" fmla="*/ 22 h 259"/>
                <a:gd name="T58" fmla="*/ 119 w 285"/>
                <a:gd name="T59" fmla="*/ 22 h 259"/>
                <a:gd name="T60" fmla="*/ 119 w 285"/>
                <a:gd name="T61" fmla="*/ 0 h 259"/>
                <a:gd name="T62" fmla="*/ 280 w 285"/>
                <a:gd name="T63" fmla="*/ 0 h 259"/>
                <a:gd name="T64" fmla="*/ 280 w 285"/>
                <a:gd name="T65" fmla="*/ 22 h 259"/>
                <a:gd name="T66" fmla="*/ 256 w 285"/>
                <a:gd name="T67" fmla="*/ 22 h 259"/>
                <a:gd name="T68" fmla="*/ 256 w 285"/>
                <a:gd name="T69" fmla="*/ 112 h 259"/>
                <a:gd name="T70" fmla="*/ 285 w 285"/>
                <a:gd name="T71" fmla="*/ 112 h 259"/>
                <a:gd name="T72" fmla="*/ 285 w 285"/>
                <a:gd name="T73" fmla="*/ 133 h 259"/>
                <a:gd name="T74" fmla="*/ 256 w 285"/>
                <a:gd name="T75" fmla="*/ 133 h 259"/>
                <a:gd name="T76" fmla="*/ 256 w 285"/>
                <a:gd name="T77" fmla="*/ 256 h 259"/>
                <a:gd name="T78" fmla="*/ 219 w 285"/>
                <a:gd name="T79" fmla="*/ 256 h 259"/>
                <a:gd name="T80" fmla="*/ 219 w 285"/>
                <a:gd name="T81" fmla="*/ 133 h 259"/>
                <a:gd name="T82" fmla="*/ 180 w 285"/>
                <a:gd name="T83" fmla="*/ 22 h 259"/>
                <a:gd name="T84" fmla="*/ 180 w 285"/>
                <a:gd name="T85" fmla="*/ 112 h 259"/>
                <a:gd name="T86" fmla="*/ 219 w 285"/>
                <a:gd name="T87" fmla="*/ 112 h 259"/>
                <a:gd name="T88" fmla="*/ 219 w 285"/>
                <a:gd name="T89" fmla="*/ 22 h 259"/>
                <a:gd name="T90" fmla="*/ 180 w 285"/>
                <a:gd name="T91" fmla="*/ 2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59">
                  <a:moveTo>
                    <a:pt x="23" y="147"/>
                  </a:moveTo>
                  <a:cubicBezTo>
                    <a:pt x="20" y="151"/>
                    <a:pt x="17" y="155"/>
                    <a:pt x="14" y="15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5" y="109"/>
                    <a:pt x="26" y="69"/>
                    <a:pt x="33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9" y="41"/>
                    <a:pt x="63" y="63"/>
                    <a:pt x="54" y="86"/>
                  </a:cubicBezTo>
                  <a:cubicBezTo>
                    <a:pt x="107" y="86"/>
                    <a:pt x="107" y="86"/>
                    <a:pt x="107" y="86"/>
                  </a:cubicBezTo>
                  <a:cubicBezTo>
                    <a:pt x="107" y="236"/>
                    <a:pt x="107" y="236"/>
                    <a:pt x="107" y="236"/>
                  </a:cubicBezTo>
                  <a:cubicBezTo>
                    <a:pt x="23" y="236"/>
                    <a:pt x="23" y="236"/>
                    <a:pt x="23" y="236"/>
                  </a:cubicBezTo>
                  <a:lnTo>
                    <a:pt x="23" y="147"/>
                  </a:lnTo>
                  <a:close/>
                  <a:moveTo>
                    <a:pt x="57" y="214"/>
                  </a:moveTo>
                  <a:cubicBezTo>
                    <a:pt x="73" y="214"/>
                    <a:pt x="73" y="214"/>
                    <a:pt x="73" y="214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57" y="107"/>
                    <a:pt x="57" y="107"/>
                    <a:pt x="57" y="107"/>
                  </a:cubicBezTo>
                  <a:lnTo>
                    <a:pt x="57" y="214"/>
                  </a:lnTo>
                  <a:close/>
                  <a:moveTo>
                    <a:pt x="219" y="133"/>
                  </a:moveTo>
                  <a:cubicBezTo>
                    <a:pt x="179" y="133"/>
                    <a:pt x="179" y="133"/>
                    <a:pt x="179" y="133"/>
                  </a:cubicBezTo>
                  <a:cubicBezTo>
                    <a:pt x="177" y="177"/>
                    <a:pt x="165" y="211"/>
                    <a:pt x="144" y="236"/>
                  </a:cubicBezTo>
                  <a:cubicBezTo>
                    <a:pt x="134" y="248"/>
                    <a:pt x="123" y="256"/>
                    <a:pt x="113" y="259"/>
                  </a:cubicBezTo>
                  <a:cubicBezTo>
                    <a:pt x="102" y="244"/>
                    <a:pt x="102" y="244"/>
                    <a:pt x="102" y="244"/>
                  </a:cubicBezTo>
                  <a:cubicBezTo>
                    <a:pt x="125" y="223"/>
                    <a:pt x="139" y="186"/>
                    <a:pt x="143" y="133"/>
                  </a:cubicBezTo>
                  <a:cubicBezTo>
                    <a:pt x="114" y="133"/>
                    <a:pt x="114" y="133"/>
                    <a:pt x="114" y="133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19" y="22"/>
                    <a:pt x="119" y="22"/>
                    <a:pt x="119" y="22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80" y="22"/>
                    <a:pt x="280" y="22"/>
                    <a:pt x="280" y="22"/>
                  </a:cubicBezTo>
                  <a:cubicBezTo>
                    <a:pt x="256" y="22"/>
                    <a:pt x="256" y="22"/>
                    <a:pt x="256" y="22"/>
                  </a:cubicBezTo>
                  <a:cubicBezTo>
                    <a:pt x="256" y="112"/>
                    <a:pt x="256" y="112"/>
                    <a:pt x="256" y="112"/>
                  </a:cubicBezTo>
                  <a:cubicBezTo>
                    <a:pt x="285" y="112"/>
                    <a:pt x="285" y="112"/>
                    <a:pt x="285" y="112"/>
                  </a:cubicBezTo>
                  <a:cubicBezTo>
                    <a:pt x="285" y="133"/>
                    <a:pt x="285" y="133"/>
                    <a:pt x="285" y="133"/>
                  </a:cubicBezTo>
                  <a:cubicBezTo>
                    <a:pt x="256" y="133"/>
                    <a:pt x="256" y="133"/>
                    <a:pt x="256" y="133"/>
                  </a:cubicBezTo>
                  <a:cubicBezTo>
                    <a:pt x="256" y="256"/>
                    <a:pt x="256" y="256"/>
                    <a:pt x="256" y="256"/>
                  </a:cubicBezTo>
                  <a:cubicBezTo>
                    <a:pt x="219" y="256"/>
                    <a:pt x="219" y="256"/>
                    <a:pt x="219" y="256"/>
                  </a:cubicBezTo>
                  <a:lnTo>
                    <a:pt x="219" y="133"/>
                  </a:lnTo>
                  <a:close/>
                  <a:moveTo>
                    <a:pt x="180" y="22"/>
                  </a:moveTo>
                  <a:cubicBezTo>
                    <a:pt x="180" y="112"/>
                    <a:pt x="180" y="112"/>
                    <a:pt x="180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22"/>
                    <a:pt x="219" y="22"/>
                    <a:pt x="219" y="22"/>
                  </a:cubicBezTo>
                  <a:lnTo>
                    <a:pt x="180" y="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Freeform 62">
              <a:extLst>
                <a:ext uri="{FF2B5EF4-FFF2-40B4-BE49-F238E27FC236}">
                  <a16:creationId xmlns:a16="http://schemas.microsoft.com/office/drawing/2014/main" id="{05D346D2-03A5-432E-867E-C475F6AE13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7476" y="2706688"/>
              <a:ext cx="798513" cy="771525"/>
            </a:xfrm>
            <a:custGeom>
              <a:avLst/>
              <a:gdLst>
                <a:gd name="T0" fmla="*/ 95 w 285"/>
                <a:gd name="T1" fmla="*/ 142 h 274"/>
                <a:gd name="T2" fmla="*/ 96 w 285"/>
                <a:gd name="T3" fmla="*/ 109 h 274"/>
                <a:gd name="T4" fmla="*/ 133 w 285"/>
                <a:gd name="T5" fmla="*/ 109 h 274"/>
                <a:gd name="T6" fmla="*/ 132 w 285"/>
                <a:gd name="T7" fmla="*/ 142 h 274"/>
                <a:gd name="T8" fmla="*/ 227 w 285"/>
                <a:gd name="T9" fmla="*/ 142 h 274"/>
                <a:gd name="T10" fmla="*/ 227 w 285"/>
                <a:gd name="T11" fmla="*/ 223 h 274"/>
                <a:gd name="T12" fmla="*/ 239 w 285"/>
                <a:gd name="T13" fmla="*/ 238 h 274"/>
                <a:gd name="T14" fmla="*/ 285 w 285"/>
                <a:gd name="T15" fmla="*/ 238 h 274"/>
                <a:gd name="T16" fmla="*/ 277 w 285"/>
                <a:gd name="T17" fmla="*/ 268 h 274"/>
                <a:gd name="T18" fmla="*/ 224 w 285"/>
                <a:gd name="T19" fmla="*/ 268 h 274"/>
                <a:gd name="T20" fmla="*/ 200 w 285"/>
                <a:gd name="T21" fmla="*/ 258 h 274"/>
                <a:gd name="T22" fmla="*/ 191 w 285"/>
                <a:gd name="T23" fmla="*/ 235 h 274"/>
                <a:gd name="T24" fmla="*/ 191 w 285"/>
                <a:gd name="T25" fmla="*/ 163 h 274"/>
                <a:gd name="T26" fmla="*/ 129 w 285"/>
                <a:gd name="T27" fmla="*/ 163 h 274"/>
                <a:gd name="T28" fmla="*/ 108 w 285"/>
                <a:gd name="T29" fmla="*/ 219 h 274"/>
                <a:gd name="T30" fmla="*/ 11 w 285"/>
                <a:gd name="T31" fmla="*/ 274 h 274"/>
                <a:gd name="T32" fmla="*/ 0 w 285"/>
                <a:gd name="T33" fmla="*/ 257 h 274"/>
                <a:gd name="T34" fmla="*/ 74 w 285"/>
                <a:gd name="T35" fmla="*/ 208 h 274"/>
                <a:gd name="T36" fmla="*/ 91 w 285"/>
                <a:gd name="T37" fmla="*/ 163 h 274"/>
                <a:gd name="T38" fmla="*/ 18 w 285"/>
                <a:gd name="T39" fmla="*/ 163 h 274"/>
                <a:gd name="T40" fmla="*/ 18 w 285"/>
                <a:gd name="T41" fmla="*/ 142 h 274"/>
                <a:gd name="T42" fmla="*/ 95 w 285"/>
                <a:gd name="T43" fmla="*/ 142 h 274"/>
                <a:gd name="T44" fmla="*/ 121 w 285"/>
                <a:gd name="T45" fmla="*/ 88 h 274"/>
                <a:gd name="T46" fmla="*/ 11 w 285"/>
                <a:gd name="T47" fmla="*/ 134 h 274"/>
                <a:gd name="T48" fmla="*/ 2 w 285"/>
                <a:gd name="T49" fmla="*/ 118 h 274"/>
                <a:gd name="T50" fmla="*/ 97 w 285"/>
                <a:gd name="T51" fmla="*/ 60 h 274"/>
                <a:gd name="T52" fmla="*/ 121 w 285"/>
                <a:gd name="T53" fmla="*/ 88 h 274"/>
                <a:gd name="T54" fmla="*/ 155 w 285"/>
                <a:gd name="T55" fmla="*/ 32 h 274"/>
                <a:gd name="T56" fmla="*/ 276 w 285"/>
                <a:gd name="T57" fmla="*/ 32 h 274"/>
                <a:gd name="T58" fmla="*/ 276 w 285"/>
                <a:gd name="T59" fmla="*/ 85 h 274"/>
                <a:gd name="T60" fmla="*/ 239 w 285"/>
                <a:gd name="T61" fmla="*/ 85 h 274"/>
                <a:gd name="T62" fmla="*/ 239 w 285"/>
                <a:gd name="T63" fmla="*/ 53 h 274"/>
                <a:gd name="T64" fmla="*/ 41 w 285"/>
                <a:gd name="T65" fmla="*/ 53 h 274"/>
                <a:gd name="T66" fmla="*/ 41 w 285"/>
                <a:gd name="T67" fmla="*/ 85 h 274"/>
                <a:gd name="T68" fmla="*/ 5 w 285"/>
                <a:gd name="T69" fmla="*/ 85 h 274"/>
                <a:gd name="T70" fmla="*/ 5 w 285"/>
                <a:gd name="T71" fmla="*/ 32 h 274"/>
                <a:gd name="T72" fmla="*/ 130 w 285"/>
                <a:gd name="T73" fmla="*/ 32 h 274"/>
                <a:gd name="T74" fmla="*/ 111 w 285"/>
                <a:gd name="T75" fmla="*/ 12 h 274"/>
                <a:gd name="T76" fmla="*/ 129 w 285"/>
                <a:gd name="T77" fmla="*/ 0 h 274"/>
                <a:gd name="T78" fmla="*/ 170 w 285"/>
                <a:gd name="T79" fmla="*/ 22 h 274"/>
                <a:gd name="T80" fmla="*/ 155 w 285"/>
                <a:gd name="T81" fmla="*/ 32 h 274"/>
                <a:gd name="T82" fmla="*/ 278 w 285"/>
                <a:gd name="T83" fmla="*/ 107 h 274"/>
                <a:gd name="T84" fmla="*/ 169 w 285"/>
                <a:gd name="T85" fmla="*/ 66 h 274"/>
                <a:gd name="T86" fmla="*/ 161 w 285"/>
                <a:gd name="T87" fmla="*/ 83 h 274"/>
                <a:gd name="T88" fmla="*/ 257 w 285"/>
                <a:gd name="T89" fmla="*/ 137 h 274"/>
                <a:gd name="T90" fmla="*/ 278 w 285"/>
                <a:gd name="T91" fmla="*/ 10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74">
                  <a:moveTo>
                    <a:pt x="95" y="142"/>
                  </a:moveTo>
                  <a:cubicBezTo>
                    <a:pt x="96" y="131"/>
                    <a:pt x="96" y="121"/>
                    <a:pt x="96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3" y="121"/>
                    <a:pt x="132" y="131"/>
                    <a:pt x="132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223"/>
                    <a:pt x="227" y="223"/>
                    <a:pt x="227" y="223"/>
                  </a:cubicBezTo>
                  <a:cubicBezTo>
                    <a:pt x="227" y="233"/>
                    <a:pt x="231" y="238"/>
                    <a:pt x="239" y="238"/>
                  </a:cubicBezTo>
                  <a:cubicBezTo>
                    <a:pt x="285" y="238"/>
                    <a:pt x="285" y="238"/>
                    <a:pt x="285" y="238"/>
                  </a:cubicBezTo>
                  <a:cubicBezTo>
                    <a:pt x="277" y="268"/>
                    <a:pt x="277" y="268"/>
                    <a:pt x="277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14" y="268"/>
                    <a:pt x="206" y="265"/>
                    <a:pt x="200" y="258"/>
                  </a:cubicBezTo>
                  <a:cubicBezTo>
                    <a:pt x="194" y="252"/>
                    <a:pt x="191" y="244"/>
                    <a:pt x="191" y="235"/>
                  </a:cubicBezTo>
                  <a:cubicBezTo>
                    <a:pt x="191" y="163"/>
                    <a:pt x="191" y="163"/>
                    <a:pt x="191" y="163"/>
                  </a:cubicBezTo>
                  <a:cubicBezTo>
                    <a:pt x="129" y="163"/>
                    <a:pt x="129" y="163"/>
                    <a:pt x="129" y="163"/>
                  </a:cubicBezTo>
                  <a:cubicBezTo>
                    <a:pt x="125" y="186"/>
                    <a:pt x="118" y="205"/>
                    <a:pt x="108" y="219"/>
                  </a:cubicBezTo>
                  <a:cubicBezTo>
                    <a:pt x="90" y="246"/>
                    <a:pt x="58" y="265"/>
                    <a:pt x="11" y="274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5" y="246"/>
                    <a:pt x="60" y="230"/>
                    <a:pt x="74" y="208"/>
                  </a:cubicBezTo>
                  <a:cubicBezTo>
                    <a:pt x="82" y="196"/>
                    <a:pt x="88" y="181"/>
                    <a:pt x="91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42"/>
                    <a:pt x="18" y="142"/>
                    <a:pt x="18" y="142"/>
                  </a:cubicBezTo>
                  <a:lnTo>
                    <a:pt x="95" y="142"/>
                  </a:lnTo>
                  <a:close/>
                  <a:moveTo>
                    <a:pt x="121" y="88"/>
                  </a:moveTo>
                  <a:cubicBezTo>
                    <a:pt x="90" y="110"/>
                    <a:pt x="53" y="125"/>
                    <a:pt x="11" y="134"/>
                  </a:cubicBezTo>
                  <a:cubicBezTo>
                    <a:pt x="2" y="118"/>
                    <a:pt x="2" y="118"/>
                    <a:pt x="2" y="118"/>
                  </a:cubicBezTo>
                  <a:cubicBezTo>
                    <a:pt x="35" y="102"/>
                    <a:pt x="67" y="83"/>
                    <a:pt x="97" y="60"/>
                  </a:cubicBezTo>
                  <a:lnTo>
                    <a:pt x="121" y="88"/>
                  </a:lnTo>
                  <a:close/>
                  <a:moveTo>
                    <a:pt x="155" y="32"/>
                  </a:moveTo>
                  <a:cubicBezTo>
                    <a:pt x="276" y="32"/>
                    <a:pt x="276" y="32"/>
                    <a:pt x="276" y="32"/>
                  </a:cubicBezTo>
                  <a:cubicBezTo>
                    <a:pt x="276" y="85"/>
                    <a:pt x="276" y="85"/>
                    <a:pt x="276" y="85"/>
                  </a:cubicBezTo>
                  <a:cubicBezTo>
                    <a:pt x="239" y="85"/>
                    <a:pt x="239" y="85"/>
                    <a:pt x="239" y="85"/>
                  </a:cubicBezTo>
                  <a:cubicBezTo>
                    <a:pt x="239" y="53"/>
                    <a:pt x="239" y="53"/>
                    <a:pt x="239" y="53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24" y="25"/>
                    <a:pt x="118" y="19"/>
                    <a:pt x="111" y="12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44" y="4"/>
                    <a:pt x="158" y="12"/>
                    <a:pt x="170" y="22"/>
                  </a:cubicBezTo>
                  <a:lnTo>
                    <a:pt x="155" y="32"/>
                  </a:lnTo>
                  <a:close/>
                  <a:moveTo>
                    <a:pt x="278" y="107"/>
                  </a:moveTo>
                  <a:cubicBezTo>
                    <a:pt x="246" y="90"/>
                    <a:pt x="209" y="77"/>
                    <a:pt x="169" y="66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93" y="99"/>
                    <a:pt x="225" y="118"/>
                    <a:pt x="257" y="137"/>
                  </a:cubicBezTo>
                  <a:lnTo>
                    <a:pt x="278" y="107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5" name="Freeform 63">
              <a:extLst>
                <a:ext uri="{FF2B5EF4-FFF2-40B4-BE49-F238E27FC236}">
                  <a16:creationId xmlns:a16="http://schemas.microsoft.com/office/drawing/2014/main" id="{BDBCAA36-3712-46FE-95D0-850F20CBCD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4888" y="2716213"/>
              <a:ext cx="725488" cy="754063"/>
            </a:xfrm>
            <a:custGeom>
              <a:avLst/>
              <a:gdLst>
                <a:gd name="T0" fmla="*/ 196 w 457"/>
                <a:gd name="T1" fmla="*/ 340 h 475"/>
                <a:gd name="T2" fmla="*/ 0 w 457"/>
                <a:gd name="T3" fmla="*/ 340 h 475"/>
                <a:gd name="T4" fmla="*/ 0 w 457"/>
                <a:gd name="T5" fmla="*/ 83 h 475"/>
                <a:gd name="T6" fmla="*/ 196 w 457"/>
                <a:gd name="T7" fmla="*/ 83 h 475"/>
                <a:gd name="T8" fmla="*/ 196 w 457"/>
                <a:gd name="T9" fmla="*/ 0 h 475"/>
                <a:gd name="T10" fmla="*/ 262 w 457"/>
                <a:gd name="T11" fmla="*/ 0 h 475"/>
                <a:gd name="T12" fmla="*/ 262 w 457"/>
                <a:gd name="T13" fmla="*/ 83 h 475"/>
                <a:gd name="T14" fmla="*/ 457 w 457"/>
                <a:gd name="T15" fmla="*/ 83 h 475"/>
                <a:gd name="T16" fmla="*/ 457 w 457"/>
                <a:gd name="T17" fmla="*/ 340 h 475"/>
                <a:gd name="T18" fmla="*/ 262 w 457"/>
                <a:gd name="T19" fmla="*/ 340 h 475"/>
                <a:gd name="T20" fmla="*/ 262 w 457"/>
                <a:gd name="T21" fmla="*/ 475 h 475"/>
                <a:gd name="T22" fmla="*/ 196 w 457"/>
                <a:gd name="T23" fmla="*/ 475 h 475"/>
                <a:gd name="T24" fmla="*/ 196 w 457"/>
                <a:gd name="T25" fmla="*/ 340 h 475"/>
                <a:gd name="T26" fmla="*/ 66 w 457"/>
                <a:gd name="T27" fmla="*/ 120 h 475"/>
                <a:gd name="T28" fmla="*/ 66 w 457"/>
                <a:gd name="T29" fmla="*/ 303 h 475"/>
                <a:gd name="T30" fmla="*/ 196 w 457"/>
                <a:gd name="T31" fmla="*/ 303 h 475"/>
                <a:gd name="T32" fmla="*/ 196 w 457"/>
                <a:gd name="T33" fmla="*/ 120 h 475"/>
                <a:gd name="T34" fmla="*/ 66 w 457"/>
                <a:gd name="T35" fmla="*/ 120 h 475"/>
                <a:gd name="T36" fmla="*/ 392 w 457"/>
                <a:gd name="T37" fmla="*/ 303 h 475"/>
                <a:gd name="T38" fmla="*/ 392 w 457"/>
                <a:gd name="T39" fmla="*/ 120 h 475"/>
                <a:gd name="T40" fmla="*/ 262 w 457"/>
                <a:gd name="T41" fmla="*/ 120 h 475"/>
                <a:gd name="T42" fmla="*/ 262 w 457"/>
                <a:gd name="T43" fmla="*/ 303 h 475"/>
                <a:gd name="T44" fmla="*/ 392 w 457"/>
                <a:gd name="T45" fmla="*/ 303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7" h="475">
                  <a:moveTo>
                    <a:pt x="196" y="340"/>
                  </a:moveTo>
                  <a:lnTo>
                    <a:pt x="0" y="340"/>
                  </a:lnTo>
                  <a:lnTo>
                    <a:pt x="0" y="83"/>
                  </a:lnTo>
                  <a:lnTo>
                    <a:pt x="196" y="83"/>
                  </a:lnTo>
                  <a:lnTo>
                    <a:pt x="196" y="0"/>
                  </a:lnTo>
                  <a:lnTo>
                    <a:pt x="262" y="0"/>
                  </a:lnTo>
                  <a:lnTo>
                    <a:pt x="262" y="83"/>
                  </a:lnTo>
                  <a:lnTo>
                    <a:pt x="457" y="83"/>
                  </a:lnTo>
                  <a:lnTo>
                    <a:pt x="457" y="340"/>
                  </a:lnTo>
                  <a:lnTo>
                    <a:pt x="262" y="340"/>
                  </a:lnTo>
                  <a:lnTo>
                    <a:pt x="262" y="475"/>
                  </a:lnTo>
                  <a:lnTo>
                    <a:pt x="196" y="475"/>
                  </a:lnTo>
                  <a:lnTo>
                    <a:pt x="196" y="340"/>
                  </a:lnTo>
                  <a:close/>
                  <a:moveTo>
                    <a:pt x="66" y="120"/>
                  </a:moveTo>
                  <a:lnTo>
                    <a:pt x="66" y="303"/>
                  </a:lnTo>
                  <a:lnTo>
                    <a:pt x="196" y="303"/>
                  </a:lnTo>
                  <a:lnTo>
                    <a:pt x="196" y="120"/>
                  </a:lnTo>
                  <a:lnTo>
                    <a:pt x="66" y="120"/>
                  </a:lnTo>
                  <a:close/>
                  <a:moveTo>
                    <a:pt x="392" y="303"/>
                  </a:moveTo>
                  <a:lnTo>
                    <a:pt x="392" y="120"/>
                  </a:lnTo>
                  <a:lnTo>
                    <a:pt x="262" y="120"/>
                  </a:lnTo>
                  <a:lnTo>
                    <a:pt x="262" y="303"/>
                  </a:lnTo>
                  <a:lnTo>
                    <a:pt x="392" y="303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" name="Freeform 64">
              <a:extLst>
                <a:ext uri="{FF2B5EF4-FFF2-40B4-BE49-F238E27FC236}">
                  <a16:creationId xmlns:a16="http://schemas.microsoft.com/office/drawing/2014/main" id="{DF7D728C-AF6B-4C77-B0F8-7BF2B04312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40863" y="2706688"/>
              <a:ext cx="812800" cy="754063"/>
            </a:xfrm>
            <a:custGeom>
              <a:avLst/>
              <a:gdLst>
                <a:gd name="T0" fmla="*/ 0 w 290"/>
                <a:gd name="T1" fmla="*/ 229 h 268"/>
                <a:gd name="T2" fmla="*/ 38 w 290"/>
                <a:gd name="T3" fmla="*/ 101 h 268"/>
                <a:gd name="T4" fmla="*/ 60 w 290"/>
                <a:gd name="T5" fmla="*/ 105 h 268"/>
                <a:gd name="T6" fmla="*/ 35 w 290"/>
                <a:gd name="T7" fmla="*/ 238 h 268"/>
                <a:gd name="T8" fmla="*/ 0 w 290"/>
                <a:gd name="T9" fmla="*/ 229 h 268"/>
                <a:gd name="T10" fmla="*/ 243 w 290"/>
                <a:gd name="T11" fmla="*/ 268 h 268"/>
                <a:gd name="T12" fmla="*/ 252 w 290"/>
                <a:gd name="T13" fmla="*/ 238 h 268"/>
                <a:gd name="T14" fmla="*/ 128 w 290"/>
                <a:gd name="T15" fmla="*/ 238 h 268"/>
                <a:gd name="T16" fmla="*/ 118 w 290"/>
                <a:gd name="T17" fmla="*/ 234 h 268"/>
                <a:gd name="T18" fmla="*/ 114 w 290"/>
                <a:gd name="T19" fmla="*/ 223 h 268"/>
                <a:gd name="T20" fmla="*/ 114 w 290"/>
                <a:gd name="T21" fmla="*/ 61 h 268"/>
                <a:gd name="T22" fmla="*/ 77 w 290"/>
                <a:gd name="T23" fmla="*/ 61 h 268"/>
                <a:gd name="T24" fmla="*/ 77 w 290"/>
                <a:gd name="T25" fmla="*/ 235 h 268"/>
                <a:gd name="T26" fmla="*/ 86 w 290"/>
                <a:gd name="T27" fmla="*/ 258 h 268"/>
                <a:gd name="T28" fmla="*/ 110 w 290"/>
                <a:gd name="T29" fmla="*/ 268 h 268"/>
                <a:gd name="T30" fmla="*/ 243 w 290"/>
                <a:gd name="T31" fmla="*/ 268 h 268"/>
                <a:gd name="T32" fmla="*/ 164 w 290"/>
                <a:gd name="T33" fmla="*/ 107 h 268"/>
                <a:gd name="T34" fmla="*/ 107 w 290"/>
                <a:gd name="T35" fmla="*/ 13 h 268"/>
                <a:gd name="T36" fmla="*/ 124 w 290"/>
                <a:gd name="T37" fmla="*/ 0 h 268"/>
                <a:gd name="T38" fmla="*/ 196 w 290"/>
                <a:gd name="T39" fmla="*/ 88 h 268"/>
                <a:gd name="T40" fmla="*/ 164 w 290"/>
                <a:gd name="T41" fmla="*/ 107 h 268"/>
                <a:gd name="T42" fmla="*/ 255 w 290"/>
                <a:gd name="T43" fmla="*/ 195 h 268"/>
                <a:gd name="T44" fmla="*/ 213 w 290"/>
                <a:gd name="T45" fmla="*/ 94 h 268"/>
                <a:gd name="T46" fmla="*/ 232 w 290"/>
                <a:gd name="T47" fmla="*/ 84 h 268"/>
                <a:gd name="T48" fmla="*/ 290 w 290"/>
                <a:gd name="T49" fmla="*/ 181 h 268"/>
                <a:gd name="T50" fmla="*/ 255 w 290"/>
                <a:gd name="T51" fmla="*/ 195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0" h="268">
                  <a:moveTo>
                    <a:pt x="0" y="229"/>
                  </a:moveTo>
                  <a:cubicBezTo>
                    <a:pt x="16" y="185"/>
                    <a:pt x="29" y="142"/>
                    <a:pt x="38" y="101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55" y="158"/>
                    <a:pt x="47" y="202"/>
                    <a:pt x="35" y="238"/>
                  </a:cubicBezTo>
                  <a:lnTo>
                    <a:pt x="0" y="229"/>
                  </a:lnTo>
                  <a:close/>
                  <a:moveTo>
                    <a:pt x="243" y="268"/>
                  </a:moveTo>
                  <a:cubicBezTo>
                    <a:pt x="252" y="238"/>
                    <a:pt x="252" y="238"/>
                    <a:pt x="252" y="238"/>
                  </a:cubicBezTo>
                  <a:cubicBezTo>
                    <a:pt x="128" y="238"/>
                    <a:pt x="128" y="238"/>
                    <a:pt x="128" y="238"/>
                  </a:cubicBezTo>
                  <a:cubicBezTo>
                    <a:pt x="124" y="238"/>
                    <a:pt x="121" y="236"/>
                    <a:pt x="118" y="234"/>
                  </a:cubicBezTo>
                  <a:cubicBezTo>
                    <a:pt x="115" y="231"/>
                    <a:pt x="114" y="227"/>
                    <a:pt x="114" y="223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77" y="61"/>
                    <a:pt x="77" y="61"/>
                    <a:pt x="77" y="61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7" y="244"/>
                    <a:pt x="80" y="252"/>
                    <a:pt x="86" y="258"/>
                  </a:cubicBezTo>
                  <a:cubicBezTo>
                    <a:pt x="92" y="265"/>
                    <a:pt x="100" y="268"/>
                    <a:pt x="110" y="268"/>
                  </a:cubicBezTo>
                  <a:lnTo>
                    <a:pt x="243" y="268"/>
                  </a:lnTo>
                  <a:close/>
                  <a:moveTo>
                    <a:pt x="164" y="107"/>
                  </a:moveTo>
                  <a:cubicBezTo>
                    <a:pt x="145" y="72"/>
                    <a:pt x="127" y="41"/>
                    <a:pt x="107" y="13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58" y="33"/>
                    <a:pt x="182" y="62"/>
                    <a:pt x="196" y="88"/>
                  </a:cubicBezTo>
                  <a:lnTo>
                    <a:pt x="164" y="107"/>
                  </a:lnTo>
                  <a:close/>
                  <a:moveTo>
                    <a:pt x="255" y="195"/>
                  </a:moveTo>
                  <a:cubicBezTo>
                    <a:pt x="242" y="158"/>
                    <a:pt x="228" y="124"/>
                    <a:pt x="213" y="94"/>
                  </a:cubicBezTo>
                  <a:cubicBezTo>
                    <a:pt x="232" y="84"/>
                    <a:pt x="232" y="84"/>
                    <a:pt x="232" y="84"/>
                  </a:cubicBezTo>
                  <a:cubicBezTo>
                    <a:pt x="260" y="121"/>
                    <a:pt x="279" y="153"/>
                    <a:pt x="290" y="181"/>
                  </a:cubicBezTo>
                  <a:lnTo>
                    <a:pt x="255" y="19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" name="Freeform 65">
              <a:extLst>
                <a:ext uri="{FF2B5EF4-FFF2-40B4-BE49-F238E27FC236}">
                  <a16:creationId xmlns:a16="http://schemas.microsoft.com/office/drawing/2014/main" id="{C40CF4EC-A91C-44BF-9E75-8D0DED27EE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6838" y="3765551"/>
              <a:ext cx="347663" cy="393700"/>
            </a:xfrm>
            <a:custGeom>
              <a:avLst/>
              <a:gdLst>
                <a:gd name="T0" fmla="*/ 0 w 124"/>
                <a:gd name="T1" fmla="*/ 0 h 140"/>
                <a:gd name="T2" fmla="*/ 58 w 124"/>
                <a:gd name="T3" fmla="*/ 0 h 140"/>
                <a:gd name="T4" fmla="*/ 107 w 124"/>
                <a:gd name="T5" fmla="*/ 17 h 140"/>
                <a:gd name="T6" fmla="*/ 124 w 124"/>
                <a:gd name="T7" fmla="*/ 70 h 140"/>
                <a:gd name="T8" fmla="*/ 106 w 124"/>
                <a:gd name="T9" fmla="*/ 122 h 140"/>
                <a:gd name="T10" fmla="*/ 54 w 124"/>
                <a:gd name="T11" fmla="*/ 140 h 140"/>
                <a:gd name="T12" fmla="*/ 0 w 124"/>
                <a:gd name="T13" fmla="*/ 140 h 140"/>
                <a:gd name="T14" fmla="*/ 0 w 124"/>
                <a:gd name="T15" fmla="*/ 0 h 140"/>
                <a:gd name="T16" fmla="*/ 25 w 124"/>
                <a:gd name="T17" fmla="*/ 20 h 140"/>
                <a:gd name="T18" fmla="*/ 25 w 124"/>
                <a:gd name="T19" fmla="*/ 119 h 140"/>
                <a:gd name="T20" fmla="*/ 55 w 124"/>
                <a:gd name="T21" fmla="*/ 119 h 140"/>
                <a:gd name="T22" fmla="*/ 88 w 124"/>
                <a:gd name="T23" fmla="*/ 107 h 140"/>
                <a:gd name="T24" fmla="*/ 99 w 124"/>
                <a:gd name="T25" fmla="*/ 68 h 140"/>
                <a:gd name="T26" fmla="*/ 88 w 124"/>
                <a:gd name="T27" fmla="*/ 32 h 140"/>
                <a:gd name="T28" fmla="*/ 57 w 124"/>
                <a:gd name="T29" fmla="*/ 20 h 140"/>
                <a:gd name="T30" fmla="*/ 25 w 124"/>
                <a:gd name="T31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40">
                  <a:moveTo>
                    <a:pt x="0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0" y="0"/>
                    <a:pt x="96" y="6"/>
                    <a:pt x="107" y="17"/>
                  </a:cubicBezTo>
                  <a:cubicBezTo>
                    <a:pt x="118" y="29"/>
                    <a:pt x="124" y="46"/>
                    <a:pt x="124" y="70"/>
                  </a:cubicBezTo>
                  <a:cubicBezTo>
                    <a:pt x="124" y="92"/>
                    <a:pt x="118" y="109"/>
                    <a:pt x="106" y="122"/>
                  </a:cubicBezTo>
                  <a:cubicBezTo>
                    <a:pt x="94" y="134"/>
                    <a:pt x="77" y="140"/>
                    <a:pt x="5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5" y="20"/>
                  </a:moveTo>
                  <a:cubicBezTo>
                    <a:pt x="25" y="119"/>
                    <a:pt x="25" y="119"/>
                    <a:pt x="25" y="119"/>
                  </a:cubicBezTo>
                  <a:cubicBezTo>
                    <a:pt x="55" y="119"/>
                    <a:pt x="55" y="119"/>
                    <a:pt x="55" y="119"/>
                  </a:cubicBezTo>
                  <a:cubicBezTo>
                    <a:pt x="70" y="119"/>
                    <a:pt x="81" y="115"/>
                    <a:pt x="88" y="107"/>
                  </a:cubicBezTo>
                  <a:cubicBezTo>
                    <a:pt x="95" y="99"/>
                    <a:pt x="99" y="86"/>
                    <a:pt x="99" y="68"/>
                  </a:cubicBezTo>
                  <a:cubicBezTo>
                    <a:pt x="99" y="52"/>
                    <a:pt x="95" y="40"/>
                    <a:pt x="88" y="32"/>
                  </a:cubicBezTo>
                  <a:cubicBezTo>
                    <a:pt x="81" y="24"/>
                    <a:pt x="71" y="20"/>
                    <a:pt x="57" y="2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Freeform 66">
              <a:extLst>
                <a:ext uri="{FF2B5EF4-FFF2-40B4-BE49-F238E27FC236}">
                  <a16:creationId xmlns:a16="http://schemas.microsoft.com/office/drawing/2014/main" id="{E929CB19-DA98-4DA7-BDE1-07DBDDFD5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476" y="3754438"/>
              <a:ext cx="371475" cy="415925"/>
            </a:xfrm>
            <a:custGeom>
              <a:avLst/>
              <a:gdLst>
                <a:gd name="T0" fmla="*/ 132 w 133"/>
                <a:gd name="T1" fmla="*/ 48 h 148"/>
                <a:gd name="T2" fmla="*/ 108 w 133"/>
                <a:gd name="T3" fmla="*/ 48 h 148"/>
                <a:gd name="T4" fmla="*/ 96 w 133"/>
                <a:gd name="T5" fmla="*/ 28 h 148"/>
                <a:gd name="T6" fmla="*/ 70 w 133"/>
                <a:gd name="T7" fmla="*/ 21 h 148"/>
                <a:gd name="T8" fmla="*/ 37 w 133"/>
                <a:gd name="T9" fmla="*/ 35 h 148"/>
                <a:gd name="T10" fmla="*/ 25 w 133"/>
                <a:gd name="T11" fmla="*/ 73 h 148"/>
                <a:gd name="T12" fmla="*/ 37 w 133"/>
                <a:gd name="T13" fmla="*/ 112 h 148"/>
                <a:gd name="T14" fmla="*/ 69 w 133"/>
                <a:gd name="T15" fmla="*/ 127 h 148"/>
                <a:gd name="T16" fmla="*/ 96 w 133"/>
                <a:gd name="T17" fmla="*/ 118 h 148"/>
                <a:gd name="T18" fmla="*/ 108 w 133"/>
                <a:gd name="T19" fmla="*/ 94 h 148"/>
                <a:gd name="T20" fmla="*/ 133 w 133"/>
                <a:gd name="T21" fmla="*/ 94 h 148"/>
                <a:gd name="T22" fmla="*/ 114 w 133"/>
                <a:gd name="T23" fmla="*/ 133 h 148"/>
                <a:gd name="T24" fmla="*/ 68 w 133"/>
                <a:gd name="T25" fmla="*/ 148 h 148"/>
                <a:gd name="T26" fmla="*/ 18 w 133"/>
                <a:gd name="T27" fmla="*/ 128 h 148"/>
                <a:gd name="T28" fmla="*/ 0 w 133"/>
                <a:gd name="T29" fmla="*/ 74 h 148"/>
                <a:gd name="T30" fmla="*/ 18 w 133"/>
                <a:gd name="T31" fmla="*/ 20 h 148"/>
                <a:gd name="T32" fmla="*/ 70 w 133"/>
                <a:gd name="T33" fmla="*/ 0 h 148"/>
                <a:gd name="T34" fmla="*/ 114 w 133"/>
                <a:gd name="T35" fmla="*/ 13 h 148"/>
                <a:gd name="T36" fmla="*/ 132 w 133"/>
                <a:gd name="T37" fmla="*/ 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8">
                  <a:moveTo>
                    <a:pt x="132" y="48"/>
                  </a:moveTo>
                  <a:cubicBezTo>
                    <a:pt x="108" y="48"/>
                    <a:pt x="108" y="48"/>
                    <a:pt x="108" y="48"/>
                  </a:cubicBezTo>
                  <a:cubicBezTo>
                    <a:pt x="106" y="39"/>
                    <a:pt x="102" y="33"/>
                    <a:pt x="96" y="28"/>
                  </a:cubicBezTo>
                  <a:cubicBezTo>
                    <a:pt x="89" y="24"/>
                    <a:pt x="80" y="21"/>
                    <a:pt x="70" y="21"/>
                  </a:cubicBezTo>
                  <a:cubicBezTo>
                    <a:pt x="55" y="21"/>
                    <a:pt x="44" y="26"/>
                    <a:pt x="37" y="35"/>
                  </a:cubicBezTo>
                  <a:cubicBezTo>
                    <a:pt x="29" y="44"/>
                    <a:pt x="25" y="57"/>
                    <a:pt x="25" y="73"/>
                  </a:cubicBezTo>
                  <a:cubicBezTo>
                    <a:pt x="25" y="90"/>
                    <a:pt x="29" y="103"/>
                    <a:pt x="37" y="112"/>
                  </a:cubicBezTo>
                  <a:cubicBezTo>
                    <a:pt x="45" y="122"/>
                    <a:pt x="56" y="127"/>
                    <a:pt x="69" y="127"/>
                  </a:cubicBezTo>
                  <a:cubicBezTo>
                    <a:pt x="80" y="127"/>
                    <a:pt x="89" y="124"/>
                    <a:pt x="96" y="118"/>
                  </a:cubicBezTo>
                  <a:cubicBezTo>
                    <a:pt x="104" y="112"/>
                    <a:pt x="108" y="104"/>
                    <a:pt x="108" y="94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2" y="110"/>
                    <a:pt x="126" y="122"/>
                    <a:pt x="114" y="133"/>
                  </a:cubicBezTo>
                  <a:cubicBezTo>
                    <a:pt x="102" y="143"/>
                    <a:pt x="87" y="148"/>
                    <a:pt x="68" y="148"/>
                  </a:cubicBezTo>
                  <a:cubicBezTo>
                    <a:pt x="47" y="148"/>
                    <a:pt x="30" y="141"/>
                    <a:pt x="18" y="128"/>
                  </a:cubicBezTo>
                  <a:cubicBezTo>
                    <a:pt x="6" y="115"/>
                    <a:pt x="0" y="97"/>
                    <a:pt x="0" y="74"/>
                  </a:cubicBezTo>
                  <a:cubicBezTo>
                    <a:pt x="0" y="51"/>
                    <a:pt x="6" y="33"/>
                    <a:pt x="18" y="20"/>
                  </a:cubicBezTo>
                  <a:cubicBezTo>
                    <a:pt x="31" y="7"/>
                    <a:pt x="48" y="0"/>
                    <a:pt x="70" y="0"/>
                  </a:cubicBezTo>
                  <a:cubicBezTo>
                    <a:pt x="88" y="0"/>
                    <a:pt x="103" y="5"/>
                    <a:pt x="114" y="13"/>
                  </a:cubicBezTo>
                  <a:cubicBezTo>
                    <a:pt x="125" y="22"/>
                    <a:pt x="131" y="33"/>
                    <a:pt x="132" y="48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" name="Freeform 67">
              <a:extLst>
                <a:ext uri="{FF2B5EF4-FFF2-40B4-BE49-F238E27FC236}">
                  <a16:creationId xmlns:a16="http://schemas.microsoft.com/office/drawing/2014/main" id="{A3299C10-FC68-4CEE-B867-FA167E2383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8563" y="3765551"/>
              <a:ext cx="330200" cy="393700"/>
            </a:xfrm>
            <a:custGeom>
              <a:avLst/>
              <a:gdLst>
                <a:gd name="T0" fmla="*/ 0 w 118"/>
                <a:gd name="T1" fmla="*/ 0 h 140"/>
                <a:gd name="T2" fmla="*/ 64 w 118"/>
                <a:gd name="T3" fmla="*/ 0 h 140"/>
                <a:gd name="T4" fmla="*/ 70 w 118"/>
                <a:gd name="T5" fmla="*/ 1 h 140"/>
                <a:gd name="T6" fmla="*/ 72 w 118"/>
                <a:gd name="T7" fmla="*/ 1 h 140"/>
                <a:gd name="T8" fmla="*/ 103 w 118"/>
                <a:gd name="T9" fmla="*/ 11 h 140"/>
                <a:gd name="T10" fmla="*/ 114 w 118"/>
                <a:gd name="T11" fmla="*/ 39 h 140"/>
                <a:gd name="T12" fmla="*/ 108 w 118"/>
                <a:gd name="T13" fmla="*/ 60 h 140"/>
                <a:gd name="T14" fmla="*/ 92 w 118"/>
                <a:gd name="T15" fmla="*/ 72 h 140"/>
                <a:gd name="T16" fmla="*/ 106 w 118"/>
                <a:gd name="T17" fmla="*/ 81 h 140"/>
                <a:gd name="T18" fmla="*/ 110 w 118"/>
                <a:gd name="T19" fmla="*/ 100 h 140"/>
                <a:gd name="T20" fmla="*/ 112 w 118"/>
                <a:gd name="T21" fmla="*/ 120 h 140"/>
                <a:gd name="T22" fmla="*/ 112 w 118"/>
                <a:gd name="T23" fmla="*/ 120 h 140"/>
                <a:gd name="T24" fmla="*/ 118 w 118"/>
                <a:gd name="T25" fmla="*/ 136 h 140"/>
                <a:gd name="T26" fmla="*/ 118 w 118"/>
                <a:gd name="T27" fmla="*/ 140 h 140"/>
                <a:gd name="T28" fmla="*/ 90 w 118"/>
                <a:gd name="T29" fmla="*/ 140 h 140"/>
                <a:gd name="T30" fmla="*/ 88 w 118"/>
                <a:gd name="T31" fmla="*/ 134 h 140"/>
                <a:gd name="T32" fmla="*/ 86 w 118"/>
                <a:gd name="T33" fmla="*/ 122 h 140"/>
                <a:gd name="T34" fmla="*/ 86 w 118"/>
                <a:gd name="T35" fmla="*/ 105 h 140"/>
                <a:gd name="T36" fmla="*/ 79 w 118"/>
                <a:gd name="T37" fmla="*/ 87 h 140"/>
                <a:gd name="T38" fmla="*/ 62 w 118"/>
                <a:gd name="T39" fmla="*/ 83 h 140"/>
                <a:gd name="T40" fmla="*/ 57 w 118"/>
                <a:gd name="T41" fmla="*/ 83 h 140"/>
                <a:gd name="T42" fmla="*/ 24 w 118"/>
                <a:gd name="T43" fmla="*/ 83 h 140"/>
                <a:gd name="T44" fmla="*/ 24 w 118"/>
                <a:gd name="T45" fmla="*/ 140 h 140"/>
                <a:gd name="T46" fmla="*/ 0 w 118"/>
                <a:gd name="T47" fmla="*/ 140 h 140"/>
                <a:gd name="T48" fmla="*/ 0 w 118"/>
                <a:gd name="T49" fmla="*/ 0 h 140"/>
                <a:gd name="T50" fmla="*/ 24 w 118"/>
                <a:gd name="T51" fmla="*/ 20 h 140"/>
                <a:gd name="T52" fmla="*/ 24 w 118"/>
                <a:gd name="T53" fmla="*/ 63 h 140"/>
                <a:gd name="T54" fmla="*/ 60 w 118"/>
                <a:gd name="T55" fmla="*/ 63 h 140"/>
                <a:gd name="T56" fmla="*/ 82 w 118"/>
                <a:gd name="T57" fmla="*/ 58 h 140"/>
                <a:gd name="T58" fmla="*/ 89 w 118"/>
                <a:gd name="T59" fmla="*/ 41 h 140"/>
                <a:gd name="T60" fmla="*/ 82 w 118"/>
                <a:gd name="T61" fmla="*/ 25 h 140"/>
                <a:gd name="T62" fmla="*/ 60 w 118"/>
                <a:gd name="T63" fmla="*/ 20 h 140"/>
                <a:gd name="T64" fmla="*/ 24 w 118"/>
                <a:gd name="T6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8" h="140">
                  <a:moveTo>
                    <a:pt x="0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8" y="0"/>
                    <a:pt x="70" y="1"/>
                  </a:cubicBezTo>
                  <a:cubicBezTo>
                    <a:pt x="71" y="1"/>
                    <a:pt x="72" y="1"/>
                    <a:pt x="72" y="1"/>
                  </a:cubicBezTo>
                  <a:cubicBezTo>
                    <a:pt x="85" y="1"/>
                    <a:pt x="95" y="4"/>
                    <a:pt x="103" y="11"/>
                  </a:cubicBezTo>
                  <a:cubicBezTo>
                    <a:pt x="110" y="18"/>
                    <a:pt x="114" y="27"/>
                    <a:pt x="114" y="39"/>
                  </a:cubicBezTo>
                  <a:cubicBezTo>
                    <a:pt x="114" y="47"/>
                    <a:pt x="112" y="54"/>
                    <a:pt x="108" y="60"/>
                  </a:cubicBezTo>
                  <a:cubicBezTo>
                    <a:pt x="105" y="65"/>
                    <a:pt x="99" y="69"/>
                    <a:pt x="92" y="72"/>
                  </a:cubicBezTo>
                  <a:cubicBezTo>
                    <a:pt x="99" y="74"/>
                    <a:pt x="103" y="77"/>
                    <a:pt x="106" y="81"/>
                  </a:cubicBezTo>
                  <a:cubicBezTo>
                    <a:pt x="108" y="85"/>
                    <a:pt x="110" y="91"/>
                    <a:pt x="110" y="10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9"/>
                    <a:pt x="114" y="134"/>
                    <a:pt x="118" y="136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90" y="140"/>
                    <a:pt x="90" y="140"/>
                    <a:pt x="90" y="140"/>
                  </a:cubicBezTo>
                  <a:cubicBezTo>
                    <a:pt x="89" y="138"/>
                    <a:pt x="88" y="136"/>
                    <a:pt x="88" y="134"/>
                  </a:cubicBezTo>
                  <a:cubicBezTo>
                    <a:pt x="87" y="131"/>
                    <a:pt x="87" y="127"/>
                    <a:pt x="86" y="122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5" y="96"/>
                    <a:pt x="83" y="90"/>
                    <a:pt x="79" y="87"/>
                  </a:cubicBezTo>
                  <a:cubicBezTo>
                    <a:pt x="76" y="84"/>
                    <a:pt x="70" y="83"/>
                    <a:pt x="62" y="83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4" y="20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60" y="63"/>
                    <a:pt x="60" y="63"/>
                    <a:pt x="60" y="63"/>
                  </a:cubicBezTo>
                  <a:cubicBezTo>
                    <a:pt x="70" y="63"/>
                    <a:pt x="77" y="61"/>
                    <a:pt x="82" y="58"/>
                  </a:cubicBezTo>
                  <a:cubicBezTo>
                    <a:pt x="86" y="54"/>
                    <a:pt x="89" y="49"/>
                    <a:pt x="89" y="41"/>
                  </a:cubicBezTo>
                  <a:cubicBezTo>
                    <a:pt x="89" y="34"/>
                    <a:pt x="87" y="28"/>
                    <a:pt x="82" y="25"/>
                  </a:cubicBezTo>
                  <a:cubicBezTo>
                    <a:pt x="78" y="22"/>
                    <a:pt x="70" y="20"/>
                    <a:pt x="60" y="20"/>
                  </a:cubicBezTo>
                  <a:lnTo>
                    <a:pt x="24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" name="Freeform 68">
              <a:extLst>
                <a:ext uri="{FF2B5EF4-FFF2-40B4-BE49-F238E27FC236}">
                  <a16:creationId xmlns:a16="http://schemas.microsoft.com/office/drawing/2014/main" id="{6BB98D78-4251-401A-AF9A-722C9A307E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321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Freeform 69">
              <a:extLst>
                <a:ext uri="{FF2B5EF4-FFF2-40B4-BE49-F238E27FC236}">
                  <a16:creationId xmlns:a16="http://schemas.microsoft.com/office/drawing/2014/main" id="{3337D883-21A6-445F-8DBC-1AF3ACDE8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301" y="3860801"/>
              <a:ext cx="263525" cy="306388"/>
            </a:xfrm>
            <a:custGeom>
              <a:avLst/>
              <a:gdLst>
                <a:gd name="T0" fmla="*/ 91 w 94"/>
                <a:gd name="T1" fmla="*/ 33 h 109"/>
                <a:gd name="T2" fmla="*/ 68 w 94"/>
                <a:gd name="T3" fmla="*/ 33 h 109"/>
                <a:gd name="T4" fmla="*/ 62 w 94"/>
                <a:gd name="T5" fmla="*/ 22 h 109"/>
                <a:gd name="T6" fmla="*/ 45 w 94"/>
                <a:gd name="T7" fmla="*/ 18 h 109"/>
                <a:gd name="T8" fmla="*/ 32 w 94"/>
                <a:gd name="T9" fmla="*/ 21 h 109"/>
                <a:gd name="T10" fmla="*/ 27 w 94"/>
                <a:gd name="T11" fmla="*/ 29 h 109"/>
                <a:gd name="T12" fmla="*/ 31 w 94"/>
                <a:gd name="T13" fmla="*/ 37 h 109"/>
                <a:gd name="T14" fmla="*/ 45 w 94"/>
                <a:gd name="T15" fmla="*/ 42 h 109"/>
                <a:gd name="T16" fmla="*/ 59 w 94"/>
                <a:gd name="T17" fmla="*/ 45 h 109"/>
                <a:gd name="T18" fmla="*/ 87 w 94"/>
                <a:gd name="T19" fmla="*/ 56 h 109"/>
                <a:gd name="T20" fmla="*/ 94 w 94"/>
                <a:gd name="T21" fmla="*/ 75 h 109"/>
                <a:gd name="T22" fmla="*/ 82 w 94"/>
                <a:gd name="T23" fmla="*/ 100 h 109"/>
                <a:gd name="T24" fmla="*/ 47 w 94"/>
                <a:gd name="T25" fmla="*/ 109 h 109"/>
                <a:gd name="T26" fmla="*/ 12 w 94"/>
                <a:gd name="T27" fmla="*/ 100 h 109"/>
                <a:gd name="T28" fmla="*/ 0 w 94"/>
                <a:gd name="T29" fmla="*/ 73 h 109"/>
                <a:gd name="T30" fmla="*/ 23 w 94"/>
                <a:gd name="T31" fmla="*/ 73 h 109"/>
                <a:gd name="T32" fmla="*/ 30 w 94"/>
                <a:gd name="T33" fmla="*/ 87 h 109"/>
                <a:gd name="T34" fmla="*/ 49 w 94"/>
                <a:gd name="T35" fmla="*/ 91 h 109"/>
                <a:gd name="T36" fmla="*/ 65 w 94"/>
                <a:gd name="T37" fmla="*/ 88 h 109"/>
                <a:gd name="T38" fmla="*/ 71 w 94"/>
                <a:gd name="T39" fmla="*/ 78 h 109"/>
                <a:gd name="T40" fmla="*/ 67 w 94"/>
                <a:gd name="T41" fmla="*/ 71 h 109"/>
                <a:gd name="T42" fmla="*/ 54 w 94"/>
                <a:gd name="T43" fmla="*/ 66 h 109"/>
                <a:gd name="T44" fmla="*/ 37 w 94"/>
                <a:gd name="T45" fmla="*/ 62 h 109"/>
                <a:gd name="T46" fmla="*/ 11 w 94"/>
                <a:gd name="T47" fmla="*/ 51 h 109"/>
                <a:gd name="T48" fmla="*/ 3 w 94"/>
                <a:gd name="T49" fmla="*/ 32 h 109"/>
                <a:gd name="T50" fmla="*/ 15 w 94"/>
                <a:gd name="T51" fmla="*/ 9 h 109"/>
                <a:gd name="T52" fmla="*/ 46 w 94"/>
                <a:gd name="T53" fmla="*/ 0 h 109"/>
                <a:gd name="T54" fmla="*/ 79 w 94"/>
                <a:gd name="T55" fmla="*/ 9 h 109"/>
                <a:gd name="T56" fmla="*/ 91 w 94"/>
                <a:gd name="T57" fmla="*/ 3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09">
                  <a:moveTo>
                    <a:pt x="91" y="33"/>
                  </a:moveTo>
                  <a:cubicBezTo>
                    <a:pt x="68" y="33"/>
                    <a:pt x="68" y="33"/>
                    <a:pt x="68" y="33"/>
                  </a:cubicBezTo>
                  <a:cubicBezTo>
                    <a:pt x="68" y="28"/>
                    <a:pt x="66" y="25"/>
                    <a:pt x="62" y="22"/>
                  </a:cubicBezTo>
                  <a:cubicBezTo>
                    <a:pt x="58" y="19"/>
                    <a:pt x="52" y="18"/>
                    <a:pt x="45" y="18"/>
                  </a:cubicBezTo>
                  <a:cubicBezTo>
                    <a:pt x="40" y="18"/>
                    <a:pt x="35" y="19"/>
                    <a:pt x="32" y="21"/>
                  </a:cubicBezTo>
                  <a:cubicBezTo>
                    <a:pt x="28" y="23"/>
                    <a:pt x="27" y="26"/>
                    <a:pt x="27" y="29"/>
                  </a:cubicBezTo>
                  <a:cubicBezTo>
                    <a:pt x="27" y="32"/>
                    <a:pt x="28" y="35"/>
                    <a:pt x="31" y="37"/>
                  </a:cubicBezTo>
                  <a:cubicBezTo>
                    <a:pt x="33" y="39"/>
                    <a:pt x="38" y="41"/>
                    <a:pt x="45" y="42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72" y="48"/>
                    <a:pt x="82" y="52"/>
                    <a:pt x="87" y="56"/>
                  </a:cubicBezTo>
                  <a:cubicBezTo>
                    <a:pt x="92" y="61"/>
                    <a:pt x="94" y="67"/>
                    <a:pt x="94" y="75"/>
                  </a:cubicBezTo>
                  <a:cubicBezTo>
                    <a:pt x="94" y="86"/>
                    <a:pt x="90" y="94"/>
                    <a:pt x="82" y="100"/>
                  </a:cubicBezTo>
                  <a:cubicBezTo>
                    <a:pt x="73" y="106"/>
                    <a:pt x="62" y="109"/>
                    <a:pt x="47" y="109"/>
                  </a:cubicBezTo>
                  <a:cubicBezTo>
                    <a:pt x="32" y="109"/>
                    <a:pt x="20" y="106"/>
                    <a:pt x="12" y="100"/>
                  </a:cubicBezTo>
                  <a:cubicBezTo>
                    <a:pt x="4" y="94"/>
                    <a:pt x="0" y="85"/>
                    <a:pt x="0" y="7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9"/>
                    <a:pt x="26" y="84"/>
                    <a:pt x="30" y="87"/>
                  </a:cubicBezTo>
                  <a:cubicBezTo>
                    <a:pt x="34" y="90"/>
                    <a:pt x="41" y="91"/>
                    <a:pt x="49" y="91"/>
                  </a:cubicBezTo>
                  <a:cubicBezTo>
                    <a:pt x="56" y="91"/>
                    <a:pt x="61" y="90"/>
                    <a:pt x="65" y="88"/>
                  </a:cubicBezTo>
                  <a:cubicBezTo>
                    <a:pt x="69" y="85"/>
                    <a:pt x="71" y="82"/>
                    <a:pt x="71" y="78"/>
                  </a:cubicBezTo>
                  <a:cubicBezTo>
                    <a:pt x="71" y="75"/>
                    <a:pt x="70" y="72"/>
                    <a:pt x="67" y="71"/>
                  </a:cubicBezTo>
                  <a:cubicBezTo>
                    <a:pt x="65" y="69"/>
                    <a:pt x="61" y="67"/>
                    <a:pt x="54" y="66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25" y="59"/>
                    <a:pt x="16" y="55"/>
                    <a:pt x="11" y="51"/>
                  </a:cubicBezTo>
                  <a:cubicBezTo>
                    <a:pt x="6" y="46"/>
                    <a:pt x="3" y="40"/>
                    <a:pt x="3" y="32"/>
                  </a:cubicBezTo>
                  <a:cubicBezTo>
                    <a:pt x="3" y="23"/>
                    <a:pt x="7" y="15"/>
                    <a:pt x="15" y="9"/>
                  </a:cubicBezTo>
                  <a:cubicBezTo>
                    <a:pt x="23" y="3"/>
                    <a:pt x="33" y="0"/>
                    <a:pt x="46" y="0"/>
                  </a:cubicBezTo>
                  <a:cubicBezTo>
                    <a:pt x="60" y="0"/>
                    <a:pt x="71" y="3"/>
                    <a:pt x="79" y="9"/>
                  </a:cubicBezTo>
                  <a:cubicBezTo>
                    <a:pt x="87" y="15"/>
                    <a:pt x="91" y="23"/>
                    <a:pt x="91" y="33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2BCB1A4F-9F6E-45B9-8DB6-E338735C6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0276" y="3860801"/>
              <a:ext cx="280988" cy="306388"/>
            </a:xfrm>
            <a:custGeom>
              <a:avLst/>
              <a:gdLst>
                <a:gd name="T0" fmla="*/ 100 w 100"/>
                <a:gd name="T1" fmla="*/ 61 h 109"/>
                <a:gd name="T2" fmla="*/ 24 w 100"/>
                <a:gd name="T3" fmla="*/ 61 h 109"/>
                <a:gd name="T4" fmla="*/ 31 w 100"/>
                <a:gd name="T5" fmla="*/ 83 h 109"/>
                <a:gd name="T6" fmla="*/ 51 w 100"/>
                <a:gd name="T7" fmla="*/ 91 h 109"/>
                <a:gd name="T8" fmla="*/ 67 w 100"/>
                <a:gd name="T9" fmla="*/ 86 h 109"/>
                <a:gd name="T10" fmla="*/ 76 w 100"/>
                <a:gd name="T11" fmla="*/ 74 h 109"/>
                <a:gd name="T12" fmla="*/ 99 w 100"/>
                <a:gd name="T13" fmla="*/ 74 h 109"/>
                <a:gd name="T14" fmla="*/ 82 w 100"/>
                <a:gd name="T15" fmla="*/ 100 h 109"/>
                <a:gd name="T16" fmla="*/ 50 w 100"/>
                <a:gd name="T17" fmla="*/ 109 h 109"/>
                <a:gd name="T18" fmla="*/ 13 w 100"/>
                <a:gd name="T19" fmla="*/ 95 h 109"/>
                <a:gd name="T20" fmla="*/ 0 w 100"/>
                <a:gd name="T21" fmla="*/ 55 h 109"/>
                <a:gd name="T22" fmla="*/ 13 w 100"/>
                <a:gd name="T23" fmla="*/ 15 h 109"/>
                <a:gd name="T24" fmla="*/ 51 w 100"/>
                <a:gd name="T25" fmla="*/ 0 h 109"/>
                <a:gd name="T26" fmla="*/ 87 w 100"/>
                <a:gd name="T27" fmla="*/ 14 h 109"/>
                <a:gd name="T28" fmla="*/ 100 w 100"/>
                <a:gd name="T29" fmla="*/ 53 h 109"/>
                <a:gd name="T30" fmla="*/ 100 w 100"/>
                <a:gd name="T31" fmla="*/ 60 h 109"/>
                <a:gd name="T32" fmla="*/ 100 w 100"/>
                <a:gd name="T33" fmla="*/ 61 h 109"/>
                <a:gd name="T34" fmla="*/ 76 w 100"/>
                <a:gd name="T35" fmla="*/ 45 h 109"/>
                <a:gd name="T36" fmla="*/ 69 w 100"/>
                <a:gd name="T37" fmla="*/ 26 h 109"/>
                <a:gd name="T38" fmla="*/ 50 w 100"/>
                <a:gd name="T39" fmla="*/ 19 h 109"/>
                <a:gd name="T40" fmla="*/ 31 w 100"/>
                <a:gd name="T41" fmla="*/ 26 h 109"/>
                <a:gd name="T42" fmla="*/ 24 w 100"/>
                <a:gd name="T43" fmla="*/ 45 h 109"/>
                <a:gd name="T44" fmla="*/ 76 w 100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09">
                  <a:moveTo>
                    <a:pt x="100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4" y="70"/>
                    <a:pt x="26" y="78"/>
                    <a:pt x="31" y="83"/>
                  </a:cubicBezTo>
                  <a:cubicBezTo>
                    <a:pt x="36" y="88"/>
                    <a:pt x="43" y="91"/>
                    <a:pt x="51" y="91"/>
                  </a:cubicBezTo>
                  <a:cubicBezTo>
                    <a:pt x="58" y="91"/>
                    <a:pt x="63" y="89"/>
                    <a:pt x="67" y="86"/>
                  </a:cubicBezTo>
                  <a:cubicBezTo>
                    <a:pt x="71" y="83"/>
                    <a:pt x="74" y="79"/>
                    <a:pt x="76" y="74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97" y="85"/>
                    <a:pt x="91" y="93"/>
                    <a:pt x="82" y="100"/>
                  </a:cubicBezTo>
                  <a:cubicBezTo>
                    <a:pt x="73" y="106"/>
                    <a:pt x="62" y="109"/>
                    <a:pt x="50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4"/>
                    <a:pt x="13" y="15"/>
                  </a:cubicBezTo>
                  <a:cubicBezTo>
                    <a:pt x="22" y="5"/>
                    <a:pt x="35" y="0"/>
                    <a:pt x="51" y="0"/>
                  </a:cubicBezTo>
                  <a:cubicBezTo>
                    <a:pt x="66" y="0"/>
                    <a:pt x="78" y="5"/>
                    <a:pt x="87" y="14"/>
                  </a:cubicBezTo>
                  <a:cubicBezTo>
                    <a:pt x="96" y="24"/>
                    <a:pt x="100" y="37"/>
                    <a:pt x="100" y="53"/>
                  </a:cubicBezTo>
                  <a:cubicBezTo>
                    <a:pt x="100" y="55"/>
                    <a:pt x="100" y="57"/>
                    <a:pt x="100" y="60"/>
                  </a:cubicBezTo>
                  <a:cubicBezTo>
                    <a:pt x="100" y="61"/>
                    <a:pt x="100" y="61"/>
                    <a:pt x="100" y="61"/>
                  </a:cubicBezTo>
                  <a:close/>
                  <a:moveTo>
                    <a:pt x="76" y="45"/>
                  </a:moveTo>
                  <a:cubicBezTo>
                    <a:pt x="76" y="37"/>
                    <a:pt x="74" y="30"/>
                    <a:pt x="69" y="26"/>
                  </a:cubicBezTo>
                  <a:cubicBezTo>
                    <a:pt x="65" y="21"/>
                    <a:pt x="58" y="19"/>
                    <a:pt x="50" y="19"/>
                  </a:cubicBezTo>
                  <a:cubicBezTo>
                    <a:pt x="42" y="19"/>
                    <a:pt x="36" y="21"/>
                    <a:pt x="31" y="26"/>
                  </a:cubicBezTo>
                  <a:cubicBezTo>
                    <a:pt x="27" y="30"/>
                    <a:pt x="24" y="37"/>
                    <a:pt x="24" y="45"/>
                  </a:cubicBezTo>
                  <a:lnTo>
                    <a:pt x="76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886F3836-1A14-4865-ADCE-FC7E38396F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0951" y="3860801"/>
              <a:ext cx="293688" cy="306388"/>
            </a:xfrm>
            <a:custGeom>
              <a:avLst/>
              <a:gdLst>
                <a:gd name="T0" fmla="*/ 72 w 105"/>
                <a:gd name="T1" fmla="*/ 93 h 109"/>
                <a:gd name="T2" fmla="*/ 56 w 105"/>
                <a:gd name="T3" fmla="*/ 105 h 109"/>
                <a:gd name="T4" fmla="*/ 36 w 105"/>
                <a:gd name="T5" fmla="*/ 109 h 109"/>
                <a:gd name="T6" fmla="*/ 10 w 105"/>
                <a:gd name="T7" fmla="*/ 101 h 109"/>
                <a:gd name="T8" fmla="*/ 0 w 105"/>
                <a:gd name="T9" fmla="*/ 79 h 109"/>
                <a:gd name="T10" fmla="*/ 10 w 105"/>
                <a:gd name="T11" fmla="*/ 56 h 109"/>
                <a:gd name="T12" fmla="*/ 47 w 105"/>
                <a:gd name="T13" fmla="*/ 45 h 109"/>
                <a:gd name="T14" fmla="*/ 49 w 105"/>
                <a:gd name="T15" fmla="*/ 44 h 109"/>
                <a:gd name="T16" fmla="*/ 71 w 105"/>
                <a:gd name="T17" fmla="*/ 33 h 109"/>
                <a:gd name="T18" fmla="*/ 66 w 105"/>
                <a:gd name="T19" fmla="*/ 22 h 109"/>
                <a:gd name="T20" fmla="*/ 49 w 105"/>
                <a:gd name="T21" fmla="*/ 18 h 109"/>
                <a:gd name="T22" fmla="*/ 32 w 105"/>
                <a:gd name="T23" fmla="*/ 22 h 109"/>
                <a:gd name="T24" fmla="*/ 27 w 105"/>
                <a:gd name="T25" fmla="*/ 34 h 109"/>
                <a:gd name="T26" fmla="*/ 27 w 105"/>
                <a:gd name="T27" fmla="*/ 35 h 109"/>
                <a:gd name="T28" fmla="*/ 5 w 105"/>
                <a:gd name="T29" fmla="*/ 35 h 109"/>
                <a:gd name="T30" fmla="*/ 5 w 105"/>
                <a:gd name="T31" fmla="*/ 33 h 109"/>
                <a:gd name="T32" fmla="*/ 17 w 105"/>
                <a:gd name="T33" fmla="*/ 9 h 109"/>
                <a:gd name="T34" fmla="*/ 50 w 105"/>
                <a:gd name="T35" fmla="*/ 0 h 109"/>
                <a:gd name="T36" fmla="*/ 82 w 105"/>
                <a:gd name="T37" fmla="*/ 8 h 109"/>
                <a:gd name="T38" fmla="*/ 94 w 105"/>
                <a:gd name="T39" fmla="*/ 31 h 109"/>
                <a:gd name="T40" fmla="*/ 94 w 105"/>
                <a:gd name="T41" fmla="*/ 81 h 109"/>
                <a:gd name="T42" fmla="*/ 95 w 105"/>
                <a:gd name="T43" fmla="*/ 89 h 109"/>
                <a:gd name="T44" fmla="*/ 100 w 105"/>
                <a:gd name="T45" fmla="*/ 91 h 109"/>
                <a:gd name="T46" fmla="*/ 102 w 105"/>
                <a:gd name="T47" fmla="*/ 91 h 109"/>
                <a:gd name="T48" fmla="*/ 105 w 105"/>
                <a:gd name="T49" fmla="*/ 91 h 109"/>
                <a:gd name="T50" fmla="*/ 105 w 105"/>
                <a:gd name="T51" fmla="*/ 106 h 109"/>
                <a:gd name="T52" fmla="*/ 99 w 105"/>
                <a:gd name="T53" fmla="*/ 108 h 109"/>
                <a:gd name="T54" fmla="*/ 93 w 105"/>
                <a:gd name="T55" fmla="*/ 108 h 109"/>
                <a:gd name="T56" fmla="*/ 77 w 105"/>
                <a:gd name="T57" fmla="*/ 104 h 109"/>
                <a:gd name="T58" fmla="*/ 72 w 105"/>
                <a:gd name="T59" fmla="*/ 93 h 109"/>
                <a:gd name="T60" fmla="*/ 71 w 105"/>
                <a:gd name="T61" fmla="*/ 55 h 109"/>
                <a:gd name="T62" fmla="*/ 48 w 105"/>
                <a:gd name="T63" fmla="*/ 60 h 109"/>
                <a:gd name="T64" fmla="*/ 39 w 105"/>
                <a:gd name="T65" fmla="*/ 62 h 109"/>
                <a:gd name="T66" fmla="*/ 27 w 105"/>
                <a:gd name="T67" fmla="*/ 67 h 109"/>
                <a:gd name="T68" fmla="*/ 23 w 105"/>
                <a:gd name="T69" fmla="*/ 77 h 109"/>
                <a:gd name="T70" fmla="*/ 28 w 105"/>
                <a:gd name="T71" fmla="*/ 88 h 109"/>
                <a:gd name="T72" fmla="*/ 41 w 105"/>
                <a:gd name="T73" fmla="*/ 92 h 109"/>
                <a:gd name="T74" fmla="*/ 62 w 105"/>
                <a:gd name="T75" fmla="*/ 85 h 109"/>
                <a:gd name="T76" fmla="*/ 71 w 105"/>
                <a:gd name="T77" fmla="*/ 68 h 109"/>
                <a:gd name="T78" fmla="*/ 71 w 105"/>
                <a:gd name="T79" fmla="*/ 5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5" h="109">
                  <a:moveTo>
                    <a:pt x="72" y="93"/>
                  </a:moveTo>
                  <a:cubicBezTo>
                    <a:pt x="67" y="98"/>
                    <a:pt x="62" y="102"/>
                    <a:pt x="56" y="105"/>
                  </a:cubicBezTo>
                  <a:cubicBezTo>
                    <a:pt x="50" y="108"/>
                    <a:pt x="43" y="109"/>
                    <a:pt x="36" y="109"/>
                  </a:cubicBezTo>
                  <a:cubicBezTo>
                    <a:pt x="25" y="109"/>
                    <a:pt x="16" y="107"/>
                    <a:pt x="10" y="101"/>
                  </a:cubicBezTo>
                  <a:cubicBezTo>
                    <a:pt x="3" y="96"/>
                    <a:pt x="0" y="89"/>
                    <a:pt x="0" y="79"/>
                  </a:cubicBezTo>
                  <a:cubicBezTo>
                    <a:pt x="0" y="69"/>
                    <a:pt x="4" y="61"/>
                    <a:pt x="10" y="56"/>
                  </a:cubicBezTo>
                  <a:cubicBezTo>
                    <a:pt x="17" y="50"/>
                    <a:pt x="29" y="47"/>
                    <a:pt x="47" y="45"/>
                  </a:cubicBezTo>
                  <a:cubicBezTo>
                    <a:pt x="47" y="45"/>
                    <a:pt x="48" y="45"/>
                    <a:pt x="49" y="44"/>
                  </a:cubicBezTo>
                  <a:cubicBezTo>
                    <a:pt x="64" y="43"/>
                    <a:pt x="71" y="39"/>
                    <a:pt x="71" y="33"/>
                  </a:cubicBezTo>
                  <a:cubicBezTo>
                    <a:pt x="71" y="28"/>
                    <a:pt x="69" y="24"/>
                    <a:pt x="66" y="22"/>
                  </a:cubicBezTo>
                  <a:cubicBezTo>
                    <a:pt x="62" y="19"/>
                    <a:pt x="56" y="18"/>
                    <a:pt x="49" y="18"/>
                  </a:cubicBezTo>
                  <a:cubicBezTo>
                    <a:pt x="42" y="18"/>
                    <a:pt x="36" y="20"/>
                    <a:pt x="32" y="22"/>
                  </a:cubicBezTo>
                  <a:cubicBezTo>
                    <a:pt x="29" y="25"/>
                    <a:pt x="27" y="29"/>
                    <a:pt x="27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23"/>
                    <a:pt x="9" y="15"/>
                    <a:pt x="17" y="9"/>
                  </a:cubicBezTo>
                  <a:cubicBezTo>
                    <a:pt x="25" y="3"/>
                    <a:pt x="36" y="0"/>
                    <a:pt x="50" y="0"/>
                  </a:cubicBezTo>
                  <a:cubicBezTo>
                    <a:pt x="64" y="0"/>
                    <a:pt x="75" y="3"/>
                    <a:pt x="82" y="8"/>
                  </a:cubicBezTo>
                  <a:cubicBezTo>
                    <a:pt x="90" y="13"/>
                    <a:pt x="94" y="21"/>
                    <a:pt x="94" y="31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85"/>
                    <a:pt x="94" y="88"/>
                    <a:pt x="95" y="89"/>
                  </a:cubicBezTo>
                  <a:cubicBezTo>
                    <a:pt x="96" y="90"/>
                    <a:pt x="98" y="91"/>
                    <a:pt x="100" y="91"/>
                  </a:cubicBezTo>
                  <a:cubicBezTo>
                    <a:pt x="101" y="91"/>
                    <a:pt x="101" y="91"/>
                    <a:pt x="102" y="91"/>
                  </a:cubicBezTo>
                  <a:cubicBezTo>
                    <a:pt x="102" y="91"/>
                    <a:pt x="103" y="91"/>
                    <a:pt x="105" y="91"/>
                  </a:cubicBezTo>
                  <a:cubicBezTo>
                    <a:pt x="105" y="106"/>
                    <a:pt x="105" y="106"/>
                    <a:pt x="105" y="106"/>
                  </a:cubicBezTo>
                  <a:cubicBezTo>
                    <a:pt x="103" y="107"/>
                    <a:pt x="101" y="107"/>
                    <a:pt x="99" y="108"/>
                  </a:cubicBezTo>
                  <a:cubicBezTo>
                    <a:pt x="97" y="108"/>
                    <a:pt x="95" y="108"/>
                    <a:pt x="93" y="108"/>
                  </a:cubicBezTo>
                  <a:cubicBezTo>
                    <a:pt x="86" y="108"/>
                    <a:pt x="81" y="107"/>
                    <a:pt x="77" y="104"/>
                  </a:cubicBezTo>
                  <a:cubicBezTo>
                    <a:pt x="74" y="102"/>
                    <a:pt x="72" y="98"/>
                    <a:pt x="72" y="93"/>
                  </a:cubicBezTo>
                  <a:close/>
                  <a:moveTo>
                    <a:pt x="71" y="55"/>
                  </a:moveTo>
                  <a:cubicBezTo>
                    <a:pt x="66" y="57"/>
                    <a:pt x="58" y="59"/>
                    <a:pt x="48" y="60"/>
                  </a:cubicBezTo>
                  <a:cubicBezTo>
                    <a:pt x="44" y="61"/>
                    <a:pt x="41" y="61"/>
                    <a:pt x="39" y="62"/>
                  </a:cubicBezTo>
                  <a:cubicBezTo>
                    <a:pt x="34" y="63"/>
                    <a:pt x="30" y="65"/>
                    <a:pt x="27" y="67"/>
                  </a:cubicBezTo>
                  <a:cubicBezTo>
                    <a:pt x="24" y="70"/>
                    <a:pt x="23" y="73"/>
                    <a:pt x="23" y="77"/>
                  </a:cubicBezTo>
                  <a:cubicBezTo>
                    <a:pt x="23" y="82"/>
                    <a:pt x="25" y="85"/>
                    <a:pt x="28" y="88"/>
                  </a:cubicBezTo>
                  <a:cubicBezTo>
                    <a:pt x="31" y="91"/>
                    <a:pt x="35" y="92"/>
                    <a:pt x="41" y="92"/>
                  </a:cubicBezTo>
                  <a:cubicBezTo>
                    <a:pt x="50" y="92"/>
                    <a:pt x="57" y="90"/>
                    <a:pt x="62" y="85"/>
                  </a:cubicBezTo>
                  <a:cubicBezTo>
                    <a:pt x="68" y="80"/>
                    <a:pt x="71" y="75"/>
                    <a:pt x="71" y="68"/>
                  </a:cubicBezTo>
                  <a:lnTo>
                    <a:pt x="71" y="5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4" name="Freeform 72">
              <a:extLst>
                <a:ext uri="{FF2B5EF4-FFF2-40B4-BE49-F238E27FC236}">
                  <a16:creationId xmlns:a16="http://schemas.microsoft.com/office/drawing/2014/main" id="{C2B5891D-634A-480E-90E1-F54ACD4C0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088" y="3863976"/>
              <a:ext cx="160338" cy="295275"/>
            </a:xfrm>
            <a:custGeom>
              <a:avLst/>
              <a:gdLst>
                <a:gd name="T0" fmla="*/ 57 w 57"/>
                <a:gd name="T1" fmla="*/ 1 h 105"/>
                <a:gd name="T2" fmla="*/ 57 w 57"/>
                <a:gd name="T3" fmla="*/ 23 h 105"/>
                <a:gd name="T4" fmla="*/ 51 w 57"/>
                <a:gd name="T5" fmla="*/ 23 h 105"/>
                <a:gd name="T6" fmla="*/ 30 w 57"/>
                <a:gd name="T7" fmla="*/ 30 h 105"/>
                <a:gd name="T8" fmla="*/ 23 w 57"/>
                <a:gd name="T9" fmla="*/ 49 h 105"/>
                <a:gd name="T10" fmla="*/ 23 w 57"/>
                <a:gd name="T11" fmla="*/ 105 h 105"/>
                <a:gd name="T12" fmla="*/ 0 w 57"/>
                <a:gd name="T13" fmla="*/ 105 h 105"/>
                <a:gd name="T14" fmla="*/ 0 w 57"/>
                <a:gd name="T15" fmla="*/ 3 h 105"/>
                <a:gd name="T16" fmla="*/ 22 w 57"/>
                <a:gd name="T17" fmla="*/ 3 h 105"/>
                <a:gd name="T18" fmla="*/ 22 w 57"/>
                <a:gd name="T19" fmla="*/ 21 h 105"/>
                <a:gd name="T20" fmla="*/ 34 w 57"/>
                <a:gd name="T21" fmla="*/ 5 h 105"/>
                <a:gd name="T22" fmla="*/ 52 w 57"/>
                <a:gd name="T23" fmla="*/ 0 h 105"/>
                <a:gd name="T24" fmla="*/ 53 w 57"/>
                <a:gd name="T25" fmla="*/ 0 h 105"/>
                <a:gd name="T26" fmla="*/ 57 w 57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105">
                  <a:moveTo>
                    <a:pt x="57" y="1"/>
                  </a:moveTo>
                  <a:cubicBezTo>
                    <a:pt x="57" y="23"/>
                    <a:pt x="57" y="23"/>
                    <a:pt x="57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5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39" y="2"/>
                    <a:pt x="45" y="0"/>
                    <a:pt x="52" y="0"/>
                  </a:cubicBezTo>
                  <a:cubicBezTo>
                    <a:pt x="52" y="0"/>
                    <a:pt x="52" y="0"/>
                    <a:pt x="53" y="0"/>
                  </a:cubicBezTo>
                  <a:cubicBezTo>
                    <a:pt x="54" y="0"/>
                    <a:pt x="56" y="1"/>
                    <a:pt x="57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5" name="Freeform 73">
              <a:extLst>
                <a:ext uri="{FF2B5EF4-FFF2-40B4-BE49-F238E27FC236}">
                  <a16:creationId xmlns:a16="http://schemas.microsoft.com/office/drawing/2014/main" id="{9AEC1269-94CE-45AD-92D0-00A56561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3860801"/>
              <a:ext cx="274638" cy="306388"/>
            </a:xfrm>
            <a:custGeom>
              <a:avLst/>
              <a:gdLst>
                <a:gd name="T0" fmla="*/ 98 w 98"/>
                <a:gd name="T1" fmla="*/ 39 h 109"/>
                <a:gd name="T2" fmla="*/ 75 w 98"/>
                <a:gd name="T3" fmla="*/ 39 h 109"/>
                <a:gd name="T4" fmla="*/ 68 w 98"/>
                <a:gd name="T5" fmla="*/ 24 h 109"/>
                <a:gd name="T6" fmla="*/ 51 w 98"/>
                <a:gd name="T7" fmla="*/ 19 h 109"/>
                <a:gd name="T8" fmla="*/ 31 w 98"/>
                <a:gd name="T9" fmla="*/ 28 h 109"/>
                <a:gd name="T10" fmla="*/ 24 w 98"/>
                <a:gd name="T11" fmla="*/ 55 h 109"/>
                <a:gd name="T12" fmla="*/ 31 w 98"/>
                <a:gd name="T13" fmla="*/ 81 h 109"/>
                <a:gd name="T14" fmla="*/ 51 w 98"/>
                <a:gd name="T15" fmla="*/ 90 h 109"/>
                <a:gd name="T16" fmla="*/ 68 w 98"/>
                <a:gd name="T17" fmla="*/ 85 h 109"/>
                <a:gd name="T18" fmla="*/ 76 w 98"/>
                <a:gd name="T19" fmla="*/ 69 h 109"/>
                <a:gd name="T20" fmla="*/ 98 w 98"/>
                <a:gd name="T21" fmla="*/ 69 h 109"/>
                <a:gd name="T22" fmla="*/ 83 w 98"/>
                <a:gd name="T23" fmla="*/ 99 h 109"/>
                <a:gd name="T24" fmla="*/ 49 w 98"/>
                <a:gd name="T25" fmla="*/ 109 h 109"/>
                <a:gd name="T26" fmla="*/ 13 w 98"/>
                <a:gd name="T27" fmla="*/ 95 h 109"/>
                <a:gd name="T28" fmla="*/ 0 w 98"/>
                <a:gd name="T29" fmla="*/ 55 h 109"/>
                <a:gd name="T30" fmla="*/ 14 w 98"/>
                <a:gd name="T31" fmla="*/ 15 h 109"/>
                <a:gd name="T32" fmla="*/ 51 w 98"/>
                <a:gd name="T33" fmla="*/ 0 h 109"/>
                <a:gd name="T34" fmla="*/ 84 w 98"/>
                <a:gd name="T35" fmla="*/ 11 h 109"/>
                <a:gd name="T36" fmla="*/ 98 w 98"/>
                <a:gd name="T37" fmla="*/ 3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8" h="109">
                  <a:moveTo>
                    <a:pt x="98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5" y="33"/>
                    <a:pt x="72" y="28"/>
                    <a:pt x="68" y="24"/>
                  </a:cubicBezTo>
                  <a:cubicBezTo>
                    <a:pt x="64" y="21"/>
                    <a:pt x="58" y="19"/>
                    <a:pt x="51" y="19"/>
                  </a:cubicBezTo>
                  <a:cubicBezTo>
                    <a:pt x="42" y="19"/>
                    <a:pt x="36" y="22"/>
                    <a:pt x="31" y="28"/>
                  </a:cubicBezTo>
                  <a:cubicBezTo>
                    <a:pt x="26" y="34"/>
                    <a:pt x="24" y="43"/>
                    <a:pt x="24" y="55"/>
                  </a:cubicBezTo>
                  <a:cubicBezTo>
                    <a:pt x="24" y="66"/>
                    <a:pt x="26" y="75"/>
                    <a:pt x="31" y="81"/>
                  </a:cubicBezTo>
                  <a:cubicBezTo>
                    <a:pt x="35" y="87"/>
                    <a:pt x="42" y="90"/>
                    <a:pt x="51" y="90"/>
                  </a:cubicBezTo>
                  <a:cubicBezTo>
                    <a:pt x="58" y="90"/>
                    <a:pt x="63" y="88"/>
                    <a:pt x="68" y="85"/>
                  </a:cubicBezTo>
                  <a:cubicBezTo>
                    <a:pt x="72" y="81"/>
                    <a:pt x="75" y="76"/>
                    <a:pt x="76" y="69"/>
                  </a:cubicBezTo>
                  <a:cubicBezTo>
                    <a:pt x="98" y="69"/>
                    <a:pt x="98" y="69"/>
                    <a:pt x="98" y="69"/>
                  </a:cubicBezTo>
                  <a:cubicBezTo>
                    <a:pt x="97" y="81"/>
                    <a:pt x="92" y="91"/>
                    <a:pt x="83" y="99"/>
                  </a:cubicBezTo>
                  <a:cubicBezTo>
                    <a:pt x="75" y="106"/>
                    <a:pt x="63" y="109"/>
                    <a:pt x="49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5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5" y="0"/>
                    <a:pt x="76" y="4"/>
                    <a:pt x="84" y="11"/>
                  </a:cubicBezTo>
                  <a:cubicBezTo>
                    <a:pt x="93" y="17"/>
                    <a:pt x="97" y="27"/>
                    <a:pt x="98" y="39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6" name="Freeform 74">
              <a:extLst>
                <a:ext uri="{FF2B5EF4-FFF2-40B4-BE49-F238E27FC236}">
                  <a16:creationId xmlns:a16="http://schemas.microsoft.com/office/drawing/2014/main" id="{F88701B7-E1CD-448C-B058-BDBA9AD96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01" y="3765551"/>
              <a:ext cx="265113" cy="393700"/>
            </a:xfrm>
            <a:custGeom>
              <a:avLst/>
              <a:gdLst>
                <a:gd name="T0" fmla="*/ 0 w 95"/>
                <a:gd name="T1" fmla="*/ 0 h 140"/>
                <a:gd name="T2" fmla="*/ 24 w 95"/>
                <a:gd name="T3" fmla="*/ 0 h 140"/>
                <a:gd name="T4" fmla="*/ 24 w 95"/>
                <a:gd name="T5" fmla="*/ 51 h 140"/>
                <a:gd name="T6" fmla="*/ 37 w 95"/>
                <a:gd name="T7" fmla="*/ 39 h 140"/>
                <a:gd name="T8" fmla="*/ 57 w 95"/>
                <a:gd name="T9" fmla="*/ 35 h 140"/>
                <a:gd name="T10" fmla="*/ 85 w 95"/>
                <a:gd name="T11" fmla="*/ 43 h 140"/>
                <a:gd name="T12" fmla="*/ 94 w 95"/>
                <a:gd name="T13" fmla="*/ 67 h 140"/>
                <a:gd name="T14" fmla="*/ 94 w 95"/>
                <a:gd name="T15" fmla="*/ 71 h 140"/>
                <a:gd name="T16" fmla="*/ 95 w 95"/>
                <a:gd name="T17" fmla="*/ 77 h 140"/>
                <a:gd name="T18" fmla="*/ 95 w 95"/>
                <a:gd name="T19" fmla="*/ 140 h 140"/>
                <a:gd name="T20" fmla="*/ 71 w 95"/>
                <a:gd name="T21" fmla="*/ 140 h 140"/>
                <a:gd name="T22" fmla="*/ 71 w 95"/>
                <a:gd name="T23" fmla="*/ 77 h 140"/>
                <a:gd name="T24" fmla="*/ 66 w 95"/>
                <a:gd name="T25" fmla="*/ 59 h 140"/>
                <a:gd name="T26" fmla="*/ 50 w 95"/>
                <a:gd name="T27" fmla="*/ 54 h 140"/>
                <a:gd name="T28" fmla="*/ 31 w 95"/>
                <a:gd name="T29" fmla="*/ 61 h 140"/>
                <a:gd name="T30" fmla="*/ 24 w 95"/>
                <a:gd name="T31" fmla="*/ 79 h 140"/>
                <a:gd name="T32" fmla="*/ 24 w 95"/>
                <a:gd name="T33" fmla="*/ 140 h 140"/>
                <a:gd name="T34" fmla="*/ 0 w 95"/>
                <a:gd name="T35" fmla="*/ 140 h 140"/>
                <a:gd name="T36" fmla="*/ 0 w 95"/>
                <a:gd name="T3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140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7" y="46"/>
                    <a:pt x="32" y="42"/>
                    <a:pt x="37" y="39"/>
                  </a:cubicBezTo>
                  <a:cubicBezTo>
                    <a:pt x="43" y="37"/>
                    <a:pt x="50" y="35"/>
                    <a:pt x="57" y="35"/>
                  </a:cubicBezTo>
                  <a:cubicBezTo>
                    <a:pt x="69" y="35"/>
                    <a:pt x="78" y="38"/>
                    <a:pt x="85" y="43"/>
                  </a:cubicBezTo>
                  <a:cubicBezTo>
                    <a:pt x="91" y="49"/>
                    <a:pt x="94" y="57"/>
                    <a:pt x="94" y="67"/>
                  </a:cubicBezTo>
                  <a:cubicBezTo>
                    <a:pt x="94" y="68"/>
                    <a:pt x="94" y="69"/>
                    <a:pt x="94" y="71"/>
                  </a:cubicBezTo>
                  <a:cubicBezTo>
                    <a:pt x="95" y="73"/>
                    <a:pt x="95" y="75"/>
                    <a:pt x="95" y="77"/>
                  </a:cubicBezTo>
                  <a:cubicBezTo>
                    <a:pt x="95" y="140"/>
                    <a:pt x="95" y="140"/>
                    <a:pt x="95" y="140"/>
                  </a:cubicBezTo>
                  <a:cubicBezTo>
                    <a:pt x="71" y="140"/>
                    <a:pt x="71" y="140"/>
                    <a:pt x="71" y="140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69"/>
                    <a:pt x="70" y="63"/>
                    <a:pt x="66" y="59"/>
                  </a:cubicBezTo>
                  <a:cubicBezTo>
                    <a:pt x="63" y="56"/>
                    <a:pt x="58" y="54"/>
                    <a:pt x="50" y="54"/>
                  </a:cubicBezTo>
                  <a:cubicBezTo>
                    <a:pt x="42" y="54"/>
                    <a:pt x="36" y="56"/>
                    <a:pt x="31" y="61"/>
                  </a:cubicBezTo>
                  <a:cubicBezTo>
                    <a:pt x="26" y="65"/>
                    <a:pt x="24" y="72"/>
                    <a:pt x="24" y="79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9F70569D-03CC-4B3C-9819-8EEBF464C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756026"/>
              <a:ext cx="373063" cy="414338"/>
            </a:xfrm>
            <a:custGeom>
              <a:avLst/>
              <a:gdLst>
                <a:gd name="T0" fmla="*/ 132 w 133"/>
                <a:gd name="T1" fmla="*/ 47 h 147"/>
                <a:gd name="T2" fmla="*/ 108 w 133"/>
                <a:gd name="T3" fmla="*/ 47 h 147"/>
                <a:gd name="T4" fmla="*/ 96 w 133"/>
                <a:gd name="T5" fmla="*/ 27 h 147"/>
                <a:gd name="T6" fmla="*/ 70 w 133"/>
                <a:gd name="T7" fmla="*/ 21 h 147"/>
                <a:gd name="T8" fmla="*/ 37 w 133"/>
                <a:gd name="T9" fmla="*/ 34 h 147"/>
                <a:gd name="T10" fmla="*/ 25 w 133"/>
                <a:gd name="T11" fmla="*/ 72 h 147"/>
                <a:gd name="T12" fmla="*/ 37 w 133"/>
                <a:gd name="T13" fmla="*/ 112 h 147"/>
                <a:gd name="T14" fmla="*/ 70 w 133"/>
                <a:gd name="T15" fmla="*/ 126 h 147"/>
                <a:gd name="T16" fmla="*/ 97 w 133"/>
                <a:gd name="T17" fmla="*/ 117 h 147"/>
                <a:gd name="T18" fmla="*/ 109 w 133"/>
                <a:gd name="T19" fmla="*/ 93 h 147"/>
                <a:gd name="T20" fmla="*/ 133 w 133"/>
                <a:gd name="T21" fmla="*/ 93 h 147"/>
                <a:gd name="T22" fmla="*/ 114 w 133"/>
                <a:gd name="T23" fmla="*/ 132 h 147"/>
                <a:gd name="T24" fmla="*/ 69 w 133"/>
                <a:gd name="T25" fmla="*/ 147 h 147"/>
                <a:gd name="T26" fmla="*/ 18 w 133"/>
                <a:gd name="T27" fmla="*/ 127 h 147"/>
                <a:gd name="T28" fmla="*/ 0 w 133"/>
                <a:gd name="T29" fmla="*/ 73 h 147"/>
                <a:gd name="T30" fmla="*/ 18 w 133"/>
                <a:gd name="T31" fmla="*/ 19 h 147"/>
                <a:gd name="T32" fmla="*/ 70 w 133"/>
                <a:gd name="T33" fmla="*/ 0 h 147"/>
                <a:gd name="T34" fmla="*/ 114 w 133"/>
                <a:gd name="T35" fmla="*/ 12 h 147"/>
                <a:gd name="T36" fmla="*/ 132 w 133"/>
                <a:gd name="T37" fmla="*/ 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7">
                  <a:moveTo>
                    <a:pt x="132" y="47"/>
                  </a:moveTo>
                  <a:cubicBezTo>
                    <a:pt x="108" y="47"/>
                    <a:pt x="108" y="47"/>
                    <a:pt x="108" y="47"/>
                  </a:cubicBezTo>
                  <a:cubicBezTo>
                    <a:pt x="106" y="39"/>
                    <a:pt x="102" y="32"/>
                    <a:pt x="96" y="27"/>
                  </a:cubicBezTo>
                  <a:cubicBezTo>
                    <a:pt x="89" y="23"/>
                    <a:pt x="81" y="21"/>
                    <a:pt x="70" y="21"/>
                  </a:cubicBezTo>
                  <a:cubicBezTo>
                    <a:pt x="56" y="21"/>
                    <a:pt x="45" y="25"/>
                    <a:pt x="37" y="34"/>
                  </a:cubicBezTo>
                  <a:cubicBezTo>
                    <a:pt x="29" y="43"/>
                    <a:pt x="25" y="56"/>
                    <a:pt x="25" y="72"/>
                  </a:cubicBezTo>
                  <a:cubicBezTo>
                    <a:pt x="25" y="89"/>
                    <a:pt x="29" y="102"/>
                    <a:pt x="37" y="112"/>
                  </a:cubicBezTo>
                  <a:cubicBezTo>
                    <a:pt x="45" y="121"/>
                    <a:pt x="56" y="126"/>
                    <a:pt x="70" y="126"/>
                  </a:cubicBezTo>
                  <a:cubicBezTo>
                    <a:pt x="81" y="126"/>
                    <a:pt x="90" y="123"/>
                    <a:pt x="97" y="117"/>
                  </a:cubicBezTo>
                  <a:cubicBezTo>
                    <a:pt x="104" y="111"/>
                    <a:pt x="108" y="103"/>
                    <a:pt x="109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2" y="109"/>
                    <a:pt x="126" y="122"/>
                    <a:pt x="114" y="132"/>
                  </a:cubicBezTo>
                  <a:cubicBezTo>
                    <a:pt x="102" y="142"/>
                    <a:pt x="87" y="147"/>
                    <a:pt x="69" y="147"/>
                  </a:cubicBezTo>
                  <a:cubicBezTo>
                    <a:pt x="47" y="147"/>
                    <a:pt x="30" y="140"/>
                    <a:pt x="18" y="127"/>
                  </a:cubicBezTo>
                  <a:cubicBezTo>
                    <a:pt x="6" y="114"/>
                    <a:pt x="0" y="96"/>
                    <a:pt x="0" y="73"/>
                  </a:cubicBezTo>
                  <a:cubicBezTo>
                    <a:pt x="0" y="50"/>
                    <a:pt x="6" y="32"/>
                    <a:pt x="18" y="19"/>
                  </a:cubicBezTo>
                  <a:cubicBezTo>
                    <a:pt x="31" y="6"/>
                    <a:pt x="48" y="0"/>
                    <a:pt x="70" y="0"/>
                  </a:cubicBezTo>
                  <a:cubicBezTo>
                    <a:pt x="88" y="0"/>
                    <a:pt x="103" y="4"/>
                    <a:pt x="114" y="12"/>
                  </a:cubicBezTo>
                  <a:cubicBezTo>
                    <a:pt x="125" y="21"/>
                    <a:pt x="131" y="32"/>
                    <a:pt x="132" y="47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BFE66931-87C8-4272-8120-DCDC9FAE3A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6466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4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8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5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CEC7B7E2-3579-4AB7-9CB7-7430DC829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4388" y="3863976"/>
              <a:ext cx="265113" cy="295275"/>
            </a:xfrm>
            <a:custGeom>
              <a:avLst/>
              <a:gdLst>
                <a:gd name="T0" fmla="*/ 95 w 95"/>
                <a:gd name="T1" fmla="*/ 40 h 105"/>
                <a:gd name="T2" fmla="*/ 95 w 95"/>
                <a:gd name="T3" fmla="*/ 105 h 105"/>
                <a:gd name="T4" fmla="*/ 71 w 95"/>
                <a:gd name="T5" fmla="*/ 105 h 105"/>
                <a:gd name="T6" fmla="*/ 71 w 95"/>
                <a:gd name="T7" fmla="*/ 38 h 105"/>
                <a:gd name="T8" fmla="*/ 66 w 95"/>
                <a:gd name="T9" fmla="*/ 24 h 105"/>
                <a:gd name="T10" fmla="*/ 51 w 95"/>
                <a:gd name="T11" fmla="*/ 19 h 105"/>
                <a:gd name="T12" fmla="*/ 31 w 95"/>
                <a:gd name="T13" fmla="*/ 26 h 105"/>
                <a:gd name="T14" fmla="*/ 24 w 95"/>
                <a:gd name="T15" fmla="*/ 46 h 105"/>
                <a:gd name="T16" fmla="*/ 24 w 95"/>
                <a:gd name="T17" fmla="*/ 105 h 105"/>
                <a:gd name="T18" fmla="*/ 0 w 95"/>
                <a:gd name="T19" fmla="*/ 105 h 105"/>
                <a:gd name="T20" fmla="*/ 0 w 95"/>
                <a:gd name="T21" fmla="*/ 3 h 105"/>
                <a:gd name="T22" fmla="*/ 23 w 95"/>
                <a:gd name="T23" fmla="*/ 3 h 105"/>
                <a:gd name="T24" fmla="*/ 23 w 95"/>
                <a:gd name="T25" fmla="*/ 17 h 105"/>
                <a:gd name="T26" fmla="*/ 37 w 95"/>
                <a:gd name="T27" fmla="*/ 4 h 105"/>
                <a:gd name="T28" fmla="*/ 56 w 95"/>
                <a:gd name="T29" fmla="*/ 0 h 105"/>
                <a:gd name="T30" fmla="*/ 86 w 95"/>
                <a:gd name="T31" fmla="*/ 9 h 105"/>
                <a:gd name="T32" fmla="*/ 95 w 95"/>
                <a:gd name="T33" fmla="*/ 4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5" h="105">
                  <a:moveTo>
                    <a:pt x="95" y="40"/>
                  </a:moveTo>
                  <a:cubicBezTo>
                    <a:pt x="95" y="105"/>
                    <a:pt x="95" y="105"/>
                    <a:pt x="95" y="105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2"/>
                    <a:pt x="70" y="27"/>
                    <a:pt x="66" y="24"/>
                  </a:cubicBezTo>
                  <a:cubicBezTo>
                    <a:pt x="63" y="20"/>
                    <a:pt x="58" y="19"/>
                    <a:pt x="51" y="19"/>
                  </a:cubicBezTo>
                  <a:cubicBezTo>
                    <a:pt x="43" y="19"/>
                    <a:pt x="36" y="21"/>
                    <a:pt x="31" y="26"/>
                  </a:cubicBezTo>
                  <a:cubicBezTo>
                    <a:pt x="26" y="31"/>
                    <a:pt x="24" y="37"/>
                    <a:pt x="24" y="46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7" y="11"/>
                    <a:pt x="31" y="7"/>
                    <a:pt x="37" y="4"/>
                  </a:cubicBezTo>
                  <a:cubicBezTo>
                    <a:pt x="43" y="2"/>
                    <a:pt x="49" y="0"/>
                    <a:pt x="56" y="0"/>
                  </a:cubicBezTo>
                  <a:cubicBezTo>
                    <a:pt x="70" y="0"/>
                    <a:pt x="80" y="3"/>
                    <a:pt x="86" y="9"/>
                  </a:cubicBezTo>
                  <a:cubicBezTo>
                    <a:pt x="92" y="15"/>
                    <a:pt x="95" y="25"/>
                    <a:pt x="95" y="40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BA5BBF19-4E01-4876-A9EC-6C1022441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6013" y="3792538"/>
              <a:ext cx="160338" cy="369888"/>
            </a:xfrm>
            <a:custGeom>
              <a:avLst/>
              <a:gdLst>
                <a:gd name="T0" fmla="*/ 16 w 57"/>
                <a:gd name="T1" fmla="*/ 0 h 131"/>
                <a:gd name="T2" fmla="*/ 39 w 57"/>
                <a:gd name="T3" fmla="*/ 0 h 131"/>
                <a:gd name="T4" fmla="*/ 39 w 57"/>
                <a:gd name="T5" fmla="*/ 28 h 131"/>
                <a:gd name="T6" fmla="*/ 57 w 57"/>
                <a:gd name="T7" fmla="*/ 28 h 131"/>
                <a:gd name="T8" fmla="*/ 57 w 57"/>
                <a:gd name="T9" fmla="*/ 44 h 131"/>
                <a:gd name="T10" fmla="*/ 39 w 57"/>
                <a:gd name="T11" fmla="*/ 44 h 131"/>
                <a:gd name="T12" fmla="*/ 39 w 57"/>
                <a:gd name="T13" fmla="*/ 104 h 131"/>
                <a:gd name="T14" fmla="*/ 41 w 57"/>
                <a:gd name="T15" fmla="*/ 112 h 131"/>
                <a:gd name="T16" fmla="*/ 48 w 57"/>
                <a:gd name="T17" fmla="*/ 113 h 131"/>
                <a:gd name="T18" fmla="*/ 50 w 57"/>
                <a:gd name="T19" fmla="*/ 113 h 131"/>
                <a:gd name="T20" fmla="*/ 53 w 57"/>
                <a:gd name="T21" fmla="*/ 113 h 131"/>
                <a:gd name="T22" fmla="*/ 57 w 57"/>
                <a:gd name="T23" fmla="*/ 113 h 131"/>
                <a:gd name="T24" fmla="*/ 57 w 57"/>
                <a:gd name="T25" fmla="*/ 130 h 131"/>
                <a:gd name="T26" fmla="*/ 55 w 57"/>
                <a:gd name="T27" fmla="*/ 130 h 131"/>
                <a:gd name="T28" fmla="*/ 41 w 57"/>
                <a:gd name="T29" fmla="*/ 131 h 131"/>
                <a:gd name="T30" fmla="*/ 22 w 57"/>
                <a:gd name="T31" fmla="*/ 126 h 131"/>
                <a:gd name="T32" fmla="*/ 16 w 57"/>
                <a:gd name="T33" fmla="*/ 107 h 131"/>
                <a:gd name="T34" fmla="*/ 16 w 57"/>
                <a:gd name="T35" fmla="*/ 44 h 131"/>
                <a:gd name="T36" fmla="*/ 0 w 57"/>
                <a:gd name="T37" fmla="*/ 44 h 131"/>
                <a:gd name="T38" fmla="*/ 0 w 57"/>
                <a:gd name="T39" fmla="*/ 28 h 131"/>
                <a:gd name="T40" fmla="*/ 16 w 57"/>
                <a:gd name="T41" fmla="*/ 28 h 131"/>
                <a:gd name="T42" fmla="*/ 16 w 57"/>
                <a:gd name="T4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" h="131">
                  <a:moveTo>
                    <a:pt x="16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8"/>
                    <a:pt x="40" y="110"/>
                    <a:pt x="41" y="112"/>
                  </a:cubicBezTo>
                  <a:cubicBezTo>
                    <a:pt x="42" y="113"/>
                    <a:pt x="45" y="113"/>
                    <a:pt x="48" y="113"/>
                  </a:cubicBezTo>
                  <a:cubicBezTo>
                    <a:pt x="49" y="113"/>
                    <a:pt x="50" y="113"/>
                    <a:pt x="50" y="113"/>
                  </a:cubicBezTo>
                  <a:cubicBezTo>
                    <a:pt x="51" y="113"/>
                    <a:pt x="52" y="113"/>
                    <a:pt x="53" y="113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7" y="130"/>
                    <a:pt x="56" y="130"/>
                    <a:pt x="55" y="130"/>
                  </a:cubicBezTo>
                  <a:cubicBezTo>
                    <a:pt x="48" y="131"/>
                    <a:pt x="44" y="131"/>
                    <a:pt x="41" y="131"/>
                  </a:cubicBezTo>
                  <a:cubicBezTo>
                    <a:pt x="32" y="131"/>
                    <a:pt x="25" y="130"/>
                    <a:pt x="22" y="126"/>
                  </a:cubicBezTo>
                  <a:cubicBezTo>
                    <a:pt x="18" y="122"/>
                    <a:pt x="16" y="116"/>
                    <a:pt x="16" y="107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28"/>
                    <a:pt x="16" y="28"/>
                    <a:pt x="16" y="28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98DD99F-94A9-4F41-8DC2-AFB2705337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99688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8C844C50-59CC-4C03-9229-26A4408B1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3863976"/>
              <a:ext cx="161925" cy="295275"/>
            </a:xfrm>
            <a:custGeom>
              <a:avLst/>
              <a:gdLst>
                <a:gd name="T0" fmla="*/ 58 w 58"/>
                <a:gd name="T1" fmla="*/ 1 h 105"/>
                <a:gd name="T2" fmla="*/ 58 w 58"/>
                <a:gd name="T3" fmla="*/ 23 h 105"/>
                <a:gd name="T4" fmla="*/ 51 w 58"/>
                <a:gd name="T5" fmla="*/ 23 h 105"/>
                <a:gd name="T6" fmla="*/ 30 w 58"/>
                <a:gd name="T7" fmla="*/ 30 h 105"/>
                <a:gd name="T8" fmla="*/ 23 w 58"/>
                <a:gd name="T9" fmla="*/ 49 h 105"/>
                <a:gd name="T10" fmla="*/ 23 w 58"/>
                <a:gd name="T11" fmla="*/ 105 h 105"/>
                <a:gd name="T12" fmla="*/ 0 w 58"/>
                <a:gd name="T13" fmla="*/ 105 h 105"/>
                <a:gd name="T14" fmla="*/ 0 w 58"/>
                <a:gd name="T15" fmla="*/ 3 h 105"/>
                <a:gd name="T16" fmla="*/ 22 w 58"/>
                <a:gd name="T17" fmla="*/ 3 h 105"/>
                <a:gd name="T18" fmla="*/ 22 w 58"/>
                <a:gd name="T19" fmla="*/ 21 h 105"/>
                <a:gd name="T20" fmla="*/ 34 w 58"/>
                <a:gd name="T21" fmla="*/ 5 h 105"/>
                <a:gd name="T22" fmla="*/ 52 w 58"/>
                <a:gd name="T23" fmla="*/ 0 h 105"/>
                <a:gd name="T24" fmla="*/ 53 w 58"/>
                <a:gd name="T25" fmla="*/ 0 h 105"/>
                <a:gd name="T26" fmla="*/ 58 w 58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105">
                  <a:moveTo>
                    <a:pt x="58" y="1"/>
                  </a:moveTo>
                  <a:cubicBezTo>
                    <a:pt x="58" y="23"/>
                    <a:pt x="58" y="23"/>
                    <a:pt x="58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6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40" y="2"/>
                    <a:pt x="46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5" y="0"/>
                    <a:pt x="56" y="1"/>
                    <a:pt x="58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Freeform 5">
            <a:extLst>
              <a:ext uri="{FF2B5EF4-FFF2-40B4-BE49-F238E27FC236}">
                <a16:creationId xmlns:a16="http://schemas.microsoft.com/office/drawing/2014/main" id="{2050DAFF-0130-4EB8-AA88-92974521C90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067800" y="356568"/>
            <a:ext cx="519630" cy="519630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rgbClr val="2A719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E0AB680-B416-4F30-895D-8AE8BC234FCD}"/>
              </a:ext>
            </a:extLst>
          </p:cNvPr>
          <p:cNvSpPr/>
          <p:nvPr userDrawn="1"/>
        </p:nvSpPr>
        <p:spPr>
          <a:xfrm>
            <a:off x="479425" y="398589"/>
            <a:ext cx="45719" cy="43874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54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C9CEDE8-8C00-47A6-9CEE-62BDE69A658F}"/>
              </a:ext>
            </a:extLst>
          </p:cNvPr>
          <p:cNvGrpSpPr/>
          <p:nvPr userDrawn="1"/>
        </p:nvGrpSpPr>
        <p:grpSpPr>
          <a:xfrm>
            <a:off x="9672435" y="442358"/>
            <a:ext cx="2032276" cy="348050"/>
            <a:chOff x="1487488" y="2636838"/>
            <a:chExt cx="9213850" cy="157797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7DE739B-4032-4881-8AE5-423E51AC60D3}"/>
                </a:ext>
              </a:extLst>
            </p:cNvPr>
            <p:cNvGrpSpPr/>
            <p:nvPr/>
          </p:nvGrpSpPr>
          <p:grpSpPr>
            <a:xfrm>
              <a:off x="1487488" y="2636838"/>
              <a:ext cx="3154363" cy="1577975"/>
              <a:chOff x="1487488" y="2636838"/>
              <a:chExt cx="3154363" cy="1577975"/>
            </a:xfrm>
            <a:gradFill>
              <a:gsLst>
                <a:gs pos="0">
                  <a:srgbClr val="2A719D"/>
                </a:gs>
                <a:gs pos="100000">
                  <a:srgbClr val="23A09C"/>
                </a:gs>
              </a:gsLst>
              <a:lin ang="0" scaled="0"/>
            </a:gradFill>
          </p:grpSpPr>
          <p:sp>
            <p:nvSpPr>
              <p:cNvPr id="26" name="Freeform 53">
                <a:extLst>
                  <a:ext uri="{FF2B5EF4-FFF2-40B4-BE49-F238E27FC236}">
                    <a16:creationId xmlns:a16="http://schemas.microsoft.com/office/drawing/2014/main" id="{078C3AA1-994B-49B4-A2AF-860BFE409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2636838"/>
                <a:ext cx="1447800" cy="425450"/>
              </a:xfrm>
              <a:custGeom>
                <a:avLst/>
                <a:gdLst>
                  <a:gd name="T0" fmla="*/ 0 w 517"/>
                  <a:gd name="T1" fmla="*/ 0 h 151"/>
                  <a:gd name="T2" fmla="*/ 268 w 517"/>
                  <a:gd name="T3" fmla="*/ 0 h 151"/>
                  <a:gd name="T4" fmla="*/ 517 w 517"/>
                  <a:gd name="T5" fmla="*/ 151 h 151"/>
                  <a:gd name="T6" fmla="*/ 0 w 517"/>
                  <a:gd name="T7" fmla="*/ 151 h 151"/>
                  <a:gd name="T8" fmla="*/ 0 w 517"/>
                  <a:gd name="T9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0"/>
                    </a:moveTo>
                    <a:cubicBezTo>
                      <a:pt x="268" y="0"/>
                      <a:pt x="268" y="0"/>
                      <a:pt x="268" y="0"/>
                    </a:cubicBezTo>
                    <a:cubicBezTo>
                      <a:pt x="376" y="0"/>
                      <a:pt x="470" y="61"/>
                      <a:pt x="517" y="151"/>
                    </a:cubicBezTo>
                    <a:cubicBezTo>
                      <a:pt x="0" y="151"/>
                      <a:pt x="0" y="151"/>
                      <a:pt x="0" y="1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Freeform 54">
                <a:extLst>
                  <a:ext uri="{FF2B5EF4-FFF2-40B4-BE49-F238E27FC236}">
                    <a16:creationId xmlns:a16="http://schemas.microsoft.com/office/drawing/2014/main" id="{0118634B-CEA7-4907-B202-460D4B0B5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802063"/>
                <a:ext cx="1439863" cy="412750"/>
              </a:xfrm>
              <a:custGeom>
                <a:avLst/>
                <a:gdLst>
                  <a:gd name="T0" fmla="*/ 268 w 514"/>
                  <a:gd name="T1" fmla="*/ 147 h 147"/>
                  <a:gd name="T2" fmla="*/ 0 w 514"/>
                  <a:gd name="T3" fmla="*/ 147 h 147"/>
                  <a:gd name="T4" fmla="*/ 0 w 514"/>
                  <a:gd name="T5" fmla="*/ 0 h 147"/>
                  <a:gd name="T6" fmla="*/ 514 w 514"/>
                  <a:gd name="T7" fmla="*/ 0 h 147"/>
                  <a:gd name="T8" fmla="*/ 268 w 514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" h="147">
                    <a:moveTo>
                      <a:pt x="268" y="147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14" y="0"/>
                      <a:pt x="514" y="0"/>
                      <a:pt x="514" y="0"/>
                    </a:cubicBezTo>
                    <a:cubicBezTo>
                      <a:pt x="467" y="88"/>
                      <a:pt x="374" y="147"/>
                      <a:pt x="268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55">
                <a:extLst>
                  <a:ext uri="{FF2B5EF4-FFF2-40B4-BE49-F238E27FC236}">
                    <a16:creationId xmlns:a16="http://schemas.microsoft.com/office/drawing/2014/main" id="{63460A5F-C815-4BE6-9A97-560B2AEEE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241676"/>
                <a:ext cx="1535113" cy="382588"/>
              </a:xfrm>
              <a:custGeom>
                <a:avLst/>
                <a:gdLst>
                  <a:gd name="T0" fmla="*/ 548 w 548"/>
                  <a:gd name="T1" fmla="*/ 65 h 136"/>
                  <a:gd name="T2" fmla="*/ 539 w 548"/>
                  <a:gd name="T3" fmla="*/ 136 h 136"/>
                  <a:gd name="T4" fmla="*/ 0 w 548"/>
                  <a:gd name="T5" fmla="*/ 136 h 136"/>
                  <a:gd name="T6" fmla="*/ 0 w 548"/>
                  <a:gd name="T7" fmla="*/ 0 h 136"/>
                  <a:gd name="T8" fmla="*/ 540 w 548"/>
                  <a:gd name="T9" fmla="*/ 0 h 136"/>
                  <a:gd name="T10" fmla="*/ 548 w 548"/>
                  <a:gd name="T11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36">
                    <a:moveTo>
                      <a:pt x="548" y="65"/>
                    </a:moveTo>
                    <a:cubicBezTo>
                      <a:pt x="548" y="90"/>
                      <a:pt x="545" y="114"/>
                      <a:pt x="539" y="136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40" y="0"/>
                      <a:pt x="540" y="0"/>
                      <a:pt x="540" y="0"/>
                    </a:cubicBezTo>
                    <a:cubicBezTo>
                      <a:pt x="545" y="21"/>
                      <a:pt x="548" y="43"/>
                      <a:pt x="548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Freeform 56">
                <a:extLst>
                  <a:ext uri="{FF2B5EF4-FFF2-40B4-BE49-F238E27FC236}">
                    <a16:creationId xmlns:a16="http://schemas.microsoft.com/office/drawing/2014/main" id="{60B393F4-2961-414F-81B4-C0DE3547D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3241676"/>
                <a:ext cx="603250" cy="382588"/>
              </a:xfrm>
              <a:custGeom>
                <a:avLst/>
                <a:gdLst>
                  <a:gd name="T0" fmla="*/ 0 w 215"/>
                  <a:gd name="T1" fmla="*/ 65 h 136"/>
                  <a:gd name="T2" fmla="*/ 0 w 215"/>
                  <a:gd name="T3" fmla="*/ 65 h 136"/>
                  <a:gd name="T4" fmla="*/ 8 w 215"/>
                  <a:gd name="T5" fmla="*/ 0 h 136"/>
                  <a:gd name="T6" fmla="*/ 215 w 215"/>
                  <a:gd name="T7" fmla="*/ 0 h 136"/>
                  <a:gd name="T8" fmla="*/ 207 w 215"/>
                  <a:gd name="T9" fmla="*/ 72 h 136"/>
                  <a:gd name="T10" fmla="*/ 213 w 215"/>
                  <a:gd name="T11" fmla="*/ 136 h 136"/>
                  <a:gd name="T12" fmla="*/ 9 w 215"/>
                  <a:gd name="T13" fmla="*/ 136 h 136"/>
                  <a:gd name="T14" fmla="*/ 0 w 215"/>
                  <a:gd name="T15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36">
                    <a:moveTo>
                      <a:pt x="0" y="65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43"/>
                      <a:pt x="3" y="21"/>
                      <a:pt x="8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10" y="23"/>
                      <a:pt x="207" y="47"/>
                      <a:pt x="207" y="72"/>
                    </a:cubicBezTo>
                    <a:cubicBezTo>
                      <a:pt x="207" y="94"/>
                      <a:pt x="209" y="116"/>
                      <a:pt x="213" y="136"/>
                    </a:cubicBezTo>
                    <a:cubicBezTo>
                      <a:pt x="9" y="136"/>
                      <a:pt x="9" y="136"/>
                      <a:pt x="9" y="136"/>
                    </a:cubicBezTo>
                    <a:cubicBezTo>
                      <a:pt x="4" y="114"/>
                      <a:pt x="0" y="90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57">
                <a:extLst>
                  <a:ext uri="{FF2B5EF4-FFF2-40B4-BE49-F238E27FC236}">
                    <a16:creationId xmlns:a16="http://schemas.microsoft.com/office/drawing/2014/main" id="{4DA8E489-1F5A-4301-A953-8C07EA4C4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813" y="3802063"/>
                <a:ext cx="1443038" cy="412750"/>
              </a:xfrm>
              <a:custGeom>
                <a:avLst/>
                <a:gdLst>
                  <a:gd name="T0" fmla="*/ 515 w 515"/>
                  <a:gd name="T1" fmla="*/ 147 h 147"/>
                  <a:gd name="T2" fmla="*/ 247 w 515"/>
                  <a:gd name="T3" fmla="*/ 147 h 147"/>
                  <a:gd name="T4" fmla="*/ 0 w 515"/>
                  <a:gd name="T5" fmla="*/ 0 h 147"/>
                  <a:gd name="T6" fmla="*/ 515 w 515"/>
                  <a:gd name="T7" fmla="*/ 0 h 147"/>
                  <a:gd name="T8" fmla="*/ 515 w 515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5" h="147">
                    <a:moveTo>
                      <a:pt x="515" y="147"/>
                    </a:moveTo>
                    <a:cubicBezTo>
                      <a:pt x="247" y="147"/>
                      <a:pt x="247" y="147"/>
                      <a:pt x="247" y="147"/>
                    </a:cubicBezTo>
                    <a:cubicBezTo>
                      <a:pt x="141" y="147"/>
                      <a:pt x="48" y="88"/>
                      <a:pt x="0" y="0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15" y="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58">
                <a:extLst>
                  <a:ext uri="{FF2B5EF4-FFF2-40B4-BE49-F238E27FC236}">
                    <a16:creationId xmlns:a16="http://schemas.microsoft.com/office/drawing/2014/main" id="{A187BE1B-6690-49C9-B800-200E24092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1" y="2636838"/>
                <a:ext cx="1447800" cy="425450"/>
              </a:xfrm>
              <a:custGeom>
                <a:avLst/>
                <a:gdLst>
                  <a:gd name="T0" fmla="*/ 0 w 517"/>
                  <a:gd name="T1" fmla="*/ 151 h 151"/>
                  <a:gd name="T2" fmla="*/ 249 w 517"/>
                  <a:gd name="T3" fmla="*/ 0 h 151"/>
                  <a:gd name="T4" fmla="*/ 517 w 517"/>
                  <a:gd name="T5" fmla="*/ 0 h 151"/>
                  <a:gd name="T6" fmla="*/ 517 w 517"/>
                  <a:gd name="T7" fmla="*/ 151 h 151"/>
                  <a:gd name="T8" fmla="*/ 0 w 517"/>
                  <a:gd name="T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151"/>
                    </a:moveTo>
                    <a:cubicBezTo>
                      <a:pt x="47" y="61"/>
                      <a:pt x="141" y="0"/>
                      <a:pt x="249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151"/>
                      <a:pt x="517" y="151"/>
                      <a:pt x="517" y="151"/>
                    </a:cubicBezTo>
                    <a:lnTo>
                      <a:pt x="0" y="1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" name="Freeform 59">
              <a:extLst>
                <a:ext uri="{FF2B5EF4-FFF2-40B4-BE49-F238E27FC236}">
                  <a16:creationId xmlns:a16="http://schemas.microsoft.com/office/drawing/2014/main" id="{07668BEB-9B77-4DC2-991B-B5DEC79340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2388" y="2716213"/>
              <a:ext cx="784225" cy="731838"/>
            </a:xfrm>
            <a:custGeom>
              <a:avLst/>
              <a:gdLst>
                <a:gd name="T0" fmla="*/ 41 w 494"/>
                <a:gd name="T1" fmla="*/ 422 h 461"/>
                <a:gd name="T2" fmla="*/ 41 w 494"/>
                <a:gd name="T3" fmla="*/ 117 h 461"/>
                <a:gd name="T4" fmla="*/ 215 w 494"/>
                <a:gd name="T5" fmla="*/ 117 h 461"/>
                <a:gd name="T6" fmla="*/ 215 w 494"/>
                <a:gd name="T7" fmla="*/ 72 h 461"/>
                <a:gd name="T8" fmla="*/ 9 w 494"/>
                <a:gd name="T9" fmla="*/ 72 h 461"/>
                <a:gd name="T10" fmla="*/ 9 w 494"/>
                <a:gd name="T11" fmla="*/ 35 h 461"/>
                <a:gd name="T12" fmla="*/ 215 w 494"/>
                <a:gd name="T13" fmla="*/ 35 h 461"/>
                <a:gd name="T14" fmla="*/ 215 w 494"/>
                <a:gd name="T15" fmla="*/ 0 h 461"/>
                <a:gd name="T16" fmla="*/ 279 w 494"/>
                <a:gd name="T17" fmla="*/ 0 h 461"/>
                <a:gd name="T18" fmla="*/ 279 w 494"/>
                <a:gd name="T19" fmla="*/ 35 h 461"/>
                <a:gd name="T20" fmla="*/ 485 w 494"/>
                <a:gd name="T21" fmla="*/ 35 h 461"/>
                <a:gd name="T22" fmla="*/ 485 w 494"/>
                <a:gd name="T23" fmla="*/ 72 h 461"/>
                <a:gd name="T24" fmla="*/ 279 w 494"/>
                <a:gd name="T25" fmla="*/ 72 h 461"/>
                <a:gd name="T26" fmla="*/ 279 w 494"/>
                <a:gd name="T27" fmla="*/ 117 h 461"/>
                <a:gd name="T28" fmla="*/ 452 w 494"/>
                <a:gd name="T29" fmla="*/ 117 h 461"/>
                <a:gd name="T30" fmla="*/ 452 w 494"/>
                <a:gd name="T31" fmla="*/ 422 h 461"/>
                <a:gd name="T32" fmla="*/ 494 w 494"/>
                <a:gd name="T33" fmla="*/ 422 h 461"/>
                <a:gd name="T34" fmla="*/ 494 w 494"/>
                <a:gd name="T35" fmla="*/ 461 h 461"/>
                <a:gd name="T36" fmla="*/ 0 w 494"/>
                <a:gd name="T37" fmla="*/ 461 h 461"/>
                <a:gd name="T38" fmla="*/ 0 w 494"/>
                <a:gd name="T39" fmla="*/ 422 h 461"/>
                <a:gd name="T40" fmla="*/ 41 w 494"/>
                <a:gd name="T41" fmla="*/ 422 h 461"/>
                <a:gd name="T42" fmla="*/ 388 w 494"/>
                <a:gd name="T43" fmla="*/ 193 h 461"/>
                <a:gd name="T44" fmla="*/ 388 w 494"/>
                <a:gd name="T45" fmla="*/ 154 h 461"/>
                <a:gd name="T46" fmla="*/ 106 w 494"/>
                <a:gd name="T47" fmla="*/ 154 h 461"/>
                <a:gd name="T48" fmla="*/ 106 w 494"/>
                <a:gd name="T49" fmla="*/ 193 h 461"/>
                <a:gd name="T50" fmla="*/ 388 w 494"/>
                <a:gd name="T51" fmla="*/ 193 h 461"/>
                <a:gd name="T52" fmla="*/ 388 w 494"/>
                <a:gd name="T53" fmla="*/ 269 h 461"/>
                <a:gd name="T54" fmla="*/ 388 w 494"/>
                <a:gd name="T55" fmla="*/ 232 h 461"/>
                <a:gd name="T56" fmla="*/ 106 w 494"/>
                <a:gd name="T57" fmla="*/ 232 h 461"/>
                <a:gd name="T58" fmla="*/ 106 w 494"/>
                <a:gd name="T59" fmla="*/ 269 h 461"/>
                <a:gd name="T60" fmla="*/ 388 w 494"/>
                <a:gd name="T61" fmla="*/ 269 h 461"/>
                <a:gd name="T62" fmla="*/ 388 w 494"/>
                <a:gd name="T63" fmla="*/ 345 h 461"/>
                <a:gd name="T64" fmla="*/ 388 w 494"/>
                <a:gd name="T65" fmla="*/ 306 h 461"/>
                <a:gd name="T66" fmla="*/ 106 w 494"/>
                <a:gd name="T67" fmla="*/ 306 h 461"/>
                <a:gd name="T68" fmla="*/ 106 w 494"/>
                <a:gd name="T69" fmla="*/ 345 h 461"/>
                <a:gd name="T70" fmla="*/ 388 w 494"/>
                <a:gd name="T71" fmla="*/ 345 h 461"/>
                <a:gd name="T72" fmla="*/ 388 w 494"/>
                <a:gd name="T73" fmla="*/ 422 h 461"/>
                <a:gd name="T74" fmla="*/ 388 w 494"/>
                <a:gd name="T75" fmla="*/ 384 h 461"/>
                <a:gd name="T76" fmla="*/ 106 w 494"/>
                <a:gd name="T77" fmla="*/ 384 h 461"/>
                <a:gd name="T78" fmla="*/ 106 w 494"/>
                <a:gd name="T79" fmla="*/ 422 h 461"/>
                <a:gd name="T80" fmla="*/ 388 w 494"/>
                <a:gd name="T81" fmla="*/ 422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4" h="461">
                  <a:moveTo>
                    <a:pt x="41" y="422"/>
                  </a:moveTo>
                  <a:lnTo>
                    <a:pt x="41" y="117"/>
                  </a:lnTo>
                  <a:lnTo>
                    <a:pt x="215" y="117"/>
                  </a:lnTo>
                  <a:lnTo>
                    <a:pt x="215" y="72"/>
                  </a:lnTo>
                  <a:lnTo>
                    <a:pt x="9" y="72"/>
                  </a:lnTo>
                  <a:lnTo>
                    <a:pt x="9" y="35"/>
                  </a:lnTo>
                  <a:lnTo>
                    <a:pt x="215" y="35"/>
                  </a:lnTo>
                  <a:lnTo>
                    <a:pt x="215" y="0"/>
                  </a:lnTo>
                  <a:lnTo>
                    <a:pt x="279" y="0"/>
                  </a:lnTo>
                  <a:lnTo>
                    <a:pt x="279" y="35"/>
                  </a:lnTo>
                  <a:lnTo>
                    <a:pt x="485" y="35"/>
                  </a:lnTo>
                  <a:lnTo>
                    <a:pt x="485" y="72"/>
                  </a:lnTo>
                  <a:lnTo>
                    <a:pt x="279" y="72"/>
                  </a:lnTo>
                  <a:lnTo>
                    <a:pt x="279" y="117"/>
                  </a:lnTo>
                  <a:lnTo>
                    <a:pt x="452" y="117"/>
                  </a:lnTo>
                  <a:lnTo>
                    <a:pt x="452" y="422"/>
                  </a:lnTo>
                  <a:lnTo>
                    <a:pt x="494" y="422"/>
                  </a:lnTo>
                  <a:lnTo>
                    <a:pt x="494" y="461"/>
                  </a:lnTo>
                  <a:lnTo>
                    <a:pt x="0" y="461"/>
                  </a:lnTo>
                  <a:lnTo>
                    <a:pt x="0" y="422"/>
                  </a:lnTo>
                  <a:lnTo>
                    <a:pt x="41" y="422"/>
                  </a:lnTo>
                  <a:close/>
                  <a:moveTo>
                    <a:pt x="388" y="193"/>
                  </a:moveTo>
                  <a:lnTo>
                    <a:pt x="388" y="154"/>
                  </a:lnTo>
                  <a:lnTo>
                    <a:pt x="106" y="154"/>
                  </a:lnTo>
                  <a:lnTo>
                    <a:pt x="106" y="193"/>
                  </a:lnTo>
                  <a:lnTo>
                    <a:pt x="388" y="193"/>
                  </a:lnTo>
                  <a:close/>
                  <a:moveTo>
                    <a:pt x="388" y="269"/>
                  </a:moveTo>
                  <a:lnTo>
                    <a:pt x="388" y="232"/>
                  </a:lnTo>
                  <a:lnTo>
                    <a:pt x="106" y="232"/>
                  </a:lnTo>
                  <a:lnTo>
                    <a:pt x="106" y="269"/>
                  </a:lnTo>
                  <a:lnTo>
                    <a:pt x="388" y="269"/>
                  </a:lnTo>
                  <a:close/>
                  <a:moveTo>
                    <a:pt x="388" y="345"/>
                  </a:moveTo>
                  <a:lnTo>
                    <a:pt x="388" y="306"/>
                  </a:lnTo>
                  <a:lnTo>
                    <a:pt x="106" y="306"/>
                  </a:lnTo>
                  <a:lnTo>
                    <a:pt x="106" y="345"/>
                  </a:lnTo>
                  <a:lnTo>
                    <a:pt x="388" y="345"/>
                  </a:lnTo>
                  <a:close/>
                  <a:moveTo>
                    <a:pt x="388" y="422"/>
                  </a:moveTo>
                  <a:lnTo>
                    <a:pt x="388" y="384"/>
                  </a:lnTo>
                  <a:lnTo>
                    <a:pt x="106" y="384"/>
                  </a:lnTo>
                  <a:lnTo>
                    <a:pt x="106" y="422"/>
                  </a:lnTo>
                  <a:lnTo>
                    <a:pt x="388" y="4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5" name="Freeform 60">
              <a:extLst>
                <a:ext uri="{FF2B5EF4-FFF2-40B4-BE49-F238E27FC236}">
                  <a16:creationId xmlns:a16="http://schemas.microsoft.com/office/drawing/2014/main" id="{0AD12558-E253-4564-9E0D-B3A5B37C5D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5351" y="2706688"/>
              <a:ext cx="812800" cy="771525"/>
            </a:xfrm>
            <a:custGeom>
              <a:avLst/>
              <a:gdLst>
                <a:gd name="T0" fmla="*/ 69 w 290"/>
                <a:gd name="T1" fmla="*/ 107 h 274"/>
                <a:gd name="T2" fmla="*/ 45 w 290"/>
                <a:gd name="T3" fmla="*/ 131 h 274"/>
                <a:gd name="T4" fmla="*/ 0 w 290"/>
                <a:gd name="T5" fmla="*/ 84 h 274"/>
                <a:gd name="T6" fmla="*/ 16 w 290"/>
                <a:gd name="T7" fmla="*/ 72 h 274"/>
                <a:gd name="T8" fmla="*/ 69 w 290"/>
                <a:gd name="T9" fmla="*/ 107 h 274"/>
                <a:gd name="T10" fmla="*/ 40 w 290"/>
                <a:gd name="T11" fmla="*/ 271 h 274"/>
                <a:gd name="T12" fmla="*/ 66 w 290"/>
                <a:gd name="T13" fmla="*/ 159 h 274"/>
                <a:gd name="T14" fmla="*/ 45 w 290"/>
                <a:gd name="T15" fmla="*/ 154 h 274"/>
                <a:gd name="T16" fmla="*/ 2 w 290"/>
                <a:gd name="T17" fmla="*/ 259 h 274"/>
                <a:gd name="T18" fmla="*/ 40 w 290"/>
                <a:gd name="T19" fmla="*/ 271 h 274"/>
                <a:gd name="T20" fmla="*/ 77 w 290"/>
                <a:gd name="T21" fmla="*/ 39 h 274"/>
                <a:gd name="T22" fmla="*/ 52 w 290"/>
                <a:gd name="T23" fmla="*/ 63 h 274"/>
                <a:gd name="T24" fmla="*/ 8 w 290"/>
                <a:gd name="T25" fmla="*/ 16 h 274"/>
                <a:gd name="T26" fmla="*/ 24 w 290"/>
                <a:gd name="T27" fmla="*/ 3 h 274"/>
                <a:gd name="T28" fmla="*/ 77 w 290"/>
                <a:gd name="T29" fmla="*/ 39 h 274"/>
                <a:gd name="T30" fmla="*/ 142 w 290"/>
                <a:gd name="T31" fmla="*/ 162 h 274"/>
                <a:gd name="T32" fmla="*/ 110 w 290"/>
                <a:gd name="T33" fmla="*/ 252 h 274"/>
                <a:gd name="T34" fmla="*/ 78 w 290"/>
                <a:gd name="T35" fmla="*/ 274 h 274"/>
                <a:gd name="T36" fmla="*/ 67 w 290"/>
                <a:gd name="T37" fmla="*/ 258 h 274"/>
                <a:gd name="T38" fmla="*/ 86 w 290"/>
                <a:gd name="T39" fmla="*/ 233 h 274"/>
                <a:gd name="T40" fmla="*/ 106 w 290"/>
                <a:gd name="T41" fmla="*/ 160 h 274"/>
                <a:gd name="T42" fmla="*/ 106 w 290"/>
                <a:gd name="T43" fmla="*/ 145 h 274"/>
                <a:gd name="T44" fmla="*/ 142 w 290"/>
                <a:gd name="T45" fmla="*/ 145 h 274"/>
                <a:gd name="T46" fmla="*/ 142 w 290"/>
                <a:gd name="T47" fmla="*/ 162 h 274"/>
                <a:gd name="T48" fmla="*/ 169 w 290"/>
                <a:gd name="T49" fmla="*/ 32 h 274"/>
                <a:gd name="T50" fmla="*/ 150 w 290"/>
                <a:gd name="T51" fmla="*/ 11 h 274"/>
                <a:gd name="T52" fmla="*/ 166 w 290"/>
                <a:gd name="T53" fmla="*/ 0 h 274"/>
                <a:gd name="T54" fmla="*/ 207 w 290"/>
                <a:gd name="T55" fmla="*/ 22 h 274"/>
                <a:gd name="T56" fmla="*/ 189 w 290"/>
                <a:gd name="T57" fmla="*/ 32 h 274"/>
                <a:gd name="T58" fmla="*/ 278 w 290"/>
                <a:gd name="T59" fmla="*/ 32 h 274"/>
                <a:gd name="T60" fmla="*/ 278 w 290"/>
                <a:gd name="T61" fmla="*/ 54 h 274"/>
                <a:gd name="T62" fmla="*/ 154 w 290"/>
                <a:gd name="T63" fmla="*/ 54 h 274"/>
                <a:gd name="T64" fmla="*/ 175 w 290"/>
                <a:gd name="T65" fmla="*/ 61 h 274"/>
                <a:gd name="T66" fmla="*/ 126 w 290"/>
                <a:gd name="T67" fmla="*/ 107 h 274"/>
                <a:gd name="T68" fmla="*/ 227 w 290"/>
                <a:gd name="T69" fmla="*/ 100 h 274"/>
                <a:gd name="T70" fmla="*/ 208 w 290"/>
                <a:gd name="T71" fmla="*/ 74 h 274"/>
                <a:gd name="T72" fmla="*/ 226 w 290"/>
                <a:gd name="T73" fmla="*/ 62 h 274"/>
                <a:gd name="T74" fmla="*/ 285 w 290"/>
                <a:gd name="T75" fmla="*/ 123 h 274"/>
                <a:gd name="T76" fmla="*/ 254 w 290"/>
                <a:gd name="T77" fmla="*/ 144 h 274"/>
                <a:gd name="T78" fmla="*/ 240 w 290"/>
                <a:gd name="T79" fmla="*/ 119 h 274"/>
                <a:gd name="T80" fmla="*/ 90 w 290"/>
                <a:gd name="T81" fmla="*/ 139 h 274"/>
                <a:gd name="T82" fmla="*/ 79 w 290"/>
                <a:gd name="T83" fmla="*/ 109 h 274"/>
                <a:gd name="T84" fmla="*/ 86 w 290"/>
                <a:gd name="T85" fmla="*/ 109 h 274"/>
                <a:gd name="T86" fmla="*/ 134 w 290"/>
                <a:gd name="T87" fmla="*/ 54 h 274"/>
                <a:gd name="T88" fmla="*/ 78 w 290"/>
                <a:gd name="T89" fmla="*/ 54 h 274"/>
                <a:gd name="T90" fmla="*/ 78 w 290"/>
                <a:gd name="T91" fmla="*/ 32 h 274"/>
                <a:gd name="T92" fmla="*/ 169 w 290"/>
                <a:gd name="T93" fmla="*/ 32 h 274"/>
                <a:gd name="T94" fmla="*/ 160 w 290"/>
                <a:gd name="T95" fmla="*/ 268 h 274"/>
                <a:gd name="T96" fmla="*/ 196 w 290"/>
                <a:gd name="T97" fmla="*/ 268 h 274"/>
                <a:gd name="T98" fmla="*/ 196 w 290"/>
                <a:gd name="T99" fmla="*/ 145 h 274"/>
                <a:gd name="T100" fmla="*/ 160 w 290"/>
                <a:gd name="T101" fmla="*/ 145 h 274"/>
                <a:gd name="T102" fmla="*/ 160 w 290"/>
                <a:gd name="T103" fmla="*/ 268 h 274"/>
                <a:gd name="T104" fmla="*/ 249 w 290"/>
                <a:gd name="T105" fmla="*/ 268 h 274"/>
                <a:gd name="T106" fmla="*/ 222 w 290"/>
                <a:gd name="T107" fmla="*/ 258 h 274"/>
                <a:gd name="T108" fmla="*/ 213 w 290"/>
                <a:gd name="T109" fmla="*/ 232 h 274"/>
                <a:gd name="T110" fmla="*/ 213 w 290"/>
                <a:gd name="T111" fmla="*/ 145 h 274"/>
                <a:gd name="T112" fmla="*/ 250 w 290"/>
                <a:gd name="T113" fmla="*/ 145 h 274"/>
                <a:gd name="T114" fmla="*/ 250 w 290"/>
                <a:gd name="T115" fmla="*/ 223 h 274"/>
                <a:gd name="T116" fmla="*/ 254 w 290"/>
                <a:gd name="T117" fmla="*/ 233 h 274"/>
                <a:gd name="T118" fmla="*/ 264 w 290"/>
                <a:gd name="T119" fmla="*/ 238 h 274"/>
                <a:gd name="T120" fmla="*/ 290 w 290"/>
                <a:gd name="T121" fmla="*/ 238 h 274"/>
                <a:gd name="T122" fmla="*/ 281 w 290"/>
                <a:gd name="T123" fmla="*/ 268 h 274"/>
                <a:gd name="T124" fmla="*/ 249 w 290"/>
                <a:gd name="T125" fmla="*/ 268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0" h="274">
                  <a:moveTo>
                    <a:pt x="69" y="107"/>
                  </a:moveTo>
                  <a:cubicBezTo>
                    <a:pt x="45" y="131"/>
                    <a:pt x="45" y="131"/>
                    <a:pt x="45" y="131"/>
                  </a:cubicBezTo>
                  <a:cubicBezTo>
                    <a:pt x="31" y="115"/>
                    <a:pt x="16" y="99"/>
                    <a:pt x="0" y="84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40" y="82"/>
                    <a:pt x="58" y="93"/>
                    <a:pt x="69" y="107"/>
                  </a:cubicBezTo>
                  <a:close/>
                  <a:moveTo>
                    <a:pt x="40" y="271"/>
                  </a:moveTo>
                  <a:cubicBezTo>
                    <a:pt x="53" y="240"/>
                    <a:pt x="61" y="203"/>
                    <a:pt x="66" y="159"/>
                  </a:cubicBezTo>
                  <a:cubicBezTo>
                    <a:pt x="45" y="154"/>
                    <a:pt x="45" y="154"/>
                    <a:pt x="45" y="154"/>
                  </a:cubicBezTo>
                  <a:cubicBezTo>
                    <a:pt x="32" y="190"/>
                    <a:pt x="18" y="225"/>
                    <a:pt x="2" y="259"/>
                  </a:cubicBezTo>
                  <a:lnTo>
                    <a:pt x="40" y="271"/>
                  </a:lnTo>
                  <a:close/>
                  <a:moveTo>
                    <a:pt x="77" y="39"/>
                  </a:moveTo>
                  <a:cubicBezTo>
                    <a:pt x="52" y="63"/>
                    <a:pt x="52" y="63"/>
                    <a:pt x="52" y="63"/>
                  </a:cubicBezTo>
                  <a:cubicBezTo>
                    <a:pt x="38" y="46"/>
                    <a:pt x="23" y="31"/>
                    <a:pt x="8" y="16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47" y="13"/>
                    <a:pt x="65" y="25"/>
                    <a:pt x="77" y="39"/>
                  </a:cubicBezTo>
                  <a:close/>
                  <a:moveTo>
                    <a:pt x="142" y="162"/>
                  </a:moveTo>
                  <a:cubicBezTo>
                    <a:pt x="142" y="200"/>
                    <a:pt x="132" y="229"/>
                    <a:pt x="110" y="252"/>
                  </a:cubicBezTo>
                  <a:cubicBezTo>
                    <a:pt x="100" y="263"/>
                    <a:pt x="89" y="271"/>
                    <a:pt x="78" y="274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73" y="252"/>
                    <a:pt x="80" y="244"/>
                    <a:pt x="86" y="233"/>
                  </a:cubicBezTo>
                  <a:cubicBezTo>
                    <a:pt x="99" y="212"/>
                    <a:pt x="106" y="188"/>
                    <a:pt x="106" y="160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142" y="145"/>
                    <a:pt x="142" y="145"/>
                    <a:pt x="142" y="145"/>
                  </a:cubicBezTo>
                  <a:lnTo>
                    <a:pt x="142" y="162"/>
                  </a:lnTo>
                  <a:close/>
                  <a:moveTo>
                    <a:pt x="169" y="32"/>
                  </a:moveTo>
                  <a:cubicBezTo>
                    <a:pt x="163" y="25"/>
                    <a:pt x="156" y="18"/>
                    <a:pt x="150" y="11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82" y="3"/>
                    <a:pt x="195" y="11"/>
                    <a:pt x="207" y="22"/>
                  </a:cubicBezTo>
                  <a:cubicBezTo>
                    <a:pt x="189" y="32"/>
                    <a:pt x="189" y="32"/>
                    <a:pt x="189" y="3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75" y="61"/>
                    <a:pt x="175" y="61"/>
                    <a:pt x="175" y="61"/>
                  </a:cubicBezTo>
                  <a:cubicBezTo>
                    <a:pt x="161" y="78"/>
                    <a:pt x="145" y="93"/>
                    <a:pt x="126" y="107"/>
                  </a:cubicBezTo>
                  <a:cubicBezTo>
                    <a:pt x="160" y="105"/>
                    <a:pt x="194" y="103"/>
                    <a:pt x="227" y="100"/>
                  </a:cubicBezTo>
                  <a:cubicBezTo>
                    <a:pt x="221" y="91"/>
                    <a:pt x="215" y="82"/>
                    <a:pt x="208" y="74"/>
                  </a:cubicBezTo>
                  <a:cubicBezTo>
                    <a:pt x="226" y="62"/>
                    <a:pt x="226" y="62"/>
                    <a:pt x="226" y="62"/>
                  </a:cubicBezTo>
                  <a:cubicBezTo>
                    <a:pt x="252" y="82"/>
                    <a:pt x="272" y="103"/>
                    <a:pt x="285" y="123"/>
                  </a:cubicBezTo>
                  <a:cubicBezTo>
                    <a:pt x="254" y="144"/>
                    <a:pt x="254" y="144"/>
                    <a:pt x="254" y="144"/>
                  </a:cubicBezTo>
                  <a:cubicBezTo>
                    <a:pt x="249" y="135"/>
                    <a:pt x="245" y="127"/>
                    <a:pt x="240" y="119"/>
                  </a:cubicBezTo>
                  <a:cubicBezTo>
                    <a:pt x="195" y="130"/>
                    <a:pt x="145" y="137"/>
                    <a:pt x="90" y="13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2" y="109"/>
                    <a:pt x="84" y="109"/>
                    <a:pt x="86" y="109"/>
                  </a:cubicBezTo>
                  <a:cubicBezTo>
                    <a:pt x="103" y="93"/>
                    <a:pt x="119" y="74"/>
                    <a:pt x="134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32"/>
                    <a:pt x="78" y="32"/>
                    <a:pt x="78" y="32"/>
                  </a:cubicBezTo>
                  <a:lnTo>
                    <a:pt x="169" y="32"/>
                  </a:lnTo>
                  <a:close/>
                  <a:moveTo>
                    <a:pt x="160" y="268"/>
                  </a:moveTo>
                  <a:cubicBezTo>
                    <a:pt x="196" y="268"/>
                    <a:pt x="196" y="268"/>
                    <a:pt x="196" y="268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60" y="145"/>
                    <a:pt x="160" y="145"/>
                    <a:pt x="160" y="145"/>
                  </a:cubicBezTo>
                  <a:lnTo>
                    <a:pt x="160" y="268"/>
                  </a:lnTo>
                  <a:close/>
                  <a:moveTo>
                    <a:pt x="249" y="268"/>
                  </a:moveTo>
                  <a:cubicBezTo>
                    <a:pt x="237" y="268"/>
                    <a:pt x="228" y="265"/>
                    <a:pt x="222" y="258"/>
                  </a:cubicBezTo>
                  <a:cubicBezTo>
                    <a:pt x="216" y="251"/>
                    <a:pt x="213" y="243"/>
                    <a:pt x="213" y="232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50" y="145"/>
                    <a:pt x="250" y="145"/>
                    <a:pt x="250" y="145"/>
                  </a:cubicBezTo>
                  <a:cubicBezTo>
                    <a:pt x="250" y="223"/>
                    <a:pt x="250" y="223"/>
                    <a:pt x="250" y="223"/>
                  </a:cubicBezTo>
                  <a:cubicBezTo>
                    <a:pt x="250" y="227"/>
                    <a:pt x="251" y="230"/>
                    <a:pt x="254" y="233"/>
                  </a:cubicBezTo>
                  <a:cubicBezTo>
                    <a:pt x="256" y="236"/>
                    <a:pt x="260" y="238"/>
                    <a:pt x="264" y="238"/>
                  </a:cubicBezTo>
                  <a:cubicBezTo>
                    <a:pt x="290" y="238"/>
                    <a:pt x="290" y="238"/>
                    <a:pt x="290" y="238"/>
                  </a:cubicBezTo>
                  <a:cubicBezTo>
                    <a:pt x="281" y="268"/>
                    <a:pt x="281" y="268"/>
                    <a:pt x="281" y="268"/>
                  </a:cubicBezTo>
                  <a:lnTo>
                    <a:pt x="249" y="268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6" name="Freeform 61">
              <a:extLst>
                <a:ext uri="{FF2B5EF4-FFF2-40B4-BE49-F238E27FC236}">
                  <a16:creationId xmlns:a16="http://schemas.microsoft.com/office/drawing/2014/main" id="{411DBD7E-357A-4F4D-B473-5D1EA3DD1D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5938" y="2749551"/>
              <a:ext cx="798513" cy="728663"/>
            </a:xfrm>
            <a:custGeom>
              <a:avLst/>
              <a:gdLst>
                <a:gd name="T0" fmla="*/ 23 w 285"/>
                <a:gd name="T1" fmla="*/ 147 h 259"/>
                <a:gd name="T2" fmla="*/ 14 w 285"/>
                <a:gd name="T3" fmla="*/ 158 h 259"/>
                <a:gd name="T4" fmla="*/ 0 w 285"/>
                <a:gd name="T5" fmla="*/ 143 h 259"/>
                <a:gd name="T6" fmla="*/ 33 w 285"/>
                <a:gd name="T7" fmla="*/ 22 h 259"/>
                <a:gd name="T8" fmla="*/ 5 w 285"/>
                <a:gd name="T9" fmla="*/ 22 h 259"/>
                <a:gd name="T10" fmla="*/ 5 w 285"/>
                <a:gd name="T11" fmla="*/ 0 h 259"/>
                <a:gd name="T12" fmla="*/ 110 w 285"/>
                <a:gd name="T13" fmla="*/ 0 h 259"/>
                <a:gd name="T14" fmla="*/ 110 w 285"/>
                <a:gd name="T15" fmla="*/ 22 h 259"/>
                <a:gd name="T16" fmla="*/ 71 w 285"/>
                <a:gd name="T17" fmla="*/ 22 h 259"/>
                <a:gd name="T18" fmla="*/ 54 w 285"/>
                <a:gd name="T19" fmla="*/ 86 h 259"/>
                <a:gd name="T20" fmla="*/ 107 w 285"/>
                <a:gd name="T21" fmla="*/ 86 h 259"/>
                <a:gd name="T22" fmla="*/ 107 w 285"/>
                <a:gd name="T23" fmla="*/ 236 h 259"/>
                <a:gd name="T24" fmla="*/ 23 w 285"/>
                <a:gd name="T25" fmla="*/ 236 h 259"/>
                <a:gd name="T26" fmla="*/ 23 w 285"/>
                <a:gd name="T27" fmla="*/ 147 h 259"/>
                <a:gd name="T28" fmla="*/ 57 w 285"/>
                <a:gd name="T29" fmla="*/ 214 h 259"/>
                <a:gd name="T30" fmla="*/ 73 w 285"/>
                <a:gd name="T31" fmla="*/ 214 h 259"/>
                <a:gd name="T32" fmla="*/ 73 w 285"/>
                <a:gd name="T33" fmla="*/ 107 h 259"/>
                <a:gd name="T34" fmla="*/ 57 w 285"/>
                <a:gd name="T35" fmla="*/ 107 h 259"/>
                <a:gd name="T36" fmla="*/ 57 w 285"/>
                <a:gd name="T37" fmla="*/ 214 h 259"/>
                <a:gd name="T38" fmla="*/ 219 w 285"/>
                <a:gd name="T39" fmla="*/ 133 h 259"/>
                <a:gd name="T40" fmla="*/ 179 w 285"/>
                <a:gd name="T41" fmla="*/ 133 h 259"/>
                <a:gd name="T42" fmla="*/ 144 w 285"/>
                <a:gd name="T43" fmla="*/ 236 h 259"/>
                <a:gd name="T44" fmla="*/ 113 w 285"/>
                <a:gd name="T45" fmla="*/ 259 h 259"/>
                <a:gd name="T46" fmla="*/ 102 w 285"/>
                <a:gd name="T47" fmla="*/ 244 h 259"/>
                <a:gd name="T48" fmla="*/ 143 w 285"/>
                <a:gd name="T49" fmla="*/ 133 h 259"/>
                <a:gd name="T50" fmla="*/ 114 w 285"/>
                <a:gd name="T51" fmla="*/ 133 h 259"/>
                <a:gd name="T52" fmla="*/ 114 w 285"/>
                <a:gd name="T53" fmla="*/ 112 h 259"/>
                <a:gd name="T54" fmla="*/ 143 w 285"/>
                <a:gd name="T55" fmla="*/ 112 h 259"/>
                <a:gd name="T56" fmla="*/ 143 w 285"/>
                <a:gd name="T57" fmla="*/ 22 h 259"/>
                <a:gd name="T58" fmla="*/ 119 w 285"/>
                <a:gd name="T59" fmla="*/ 22 h 259"/>
                <a:gd name="T60" fmla="*/ 119 w 285"/>
                <a:gd name="T61" fmla="*/ 0 h 259"/>
                <a:gd name="T62" fmla="*/ 280 w 285"/>
                <a:gd name="T63" fmla="*/ 0 h 259"/>
                <a:gd name="T64" fmla="*/ 280 w 285"/>
                <a:gd name="T65" fmla="*/ 22 h 259"/>
                <a:gd name="T66" fmla="*/ 256 w 285"/>
                <a:gd name="T67" fmla="*/ 22 h 259"/>
                <a:gd name="T68" fmla="*/ 256 w 285"/>
                <a:gd name="T69" fmla="*/ 112 h 259"/>
                <a:gd name="T70" fmla="*/ 285 w 285"/>
                <a:gd name="T71" fmla="*/ 112 h 259"/>
                <a:gd name="T72" fmla="*/ 285 w 285"/>
                <a:gd name="T73" fmla="*/ 133 h 259"/>
                <a:gd name="T74" fmla="*/ 256 w 285"/>
                <a:gd name="T75" fmla="*/ 133 h 259"/>
                <a:gd name="T76" fmla="*/ 256 w 285"/>
                <a:gd name="T77" fmla="*/ 256 h 259"/>
                <a:gd name="T78" fmla="*/ 219 w 285"/>
                <a:gd name="T79" fmla="*/ 256 h 259"/>
                <a:gd name="T80" fmla="*/ 219 w 285"/>
                <a:gd name="T81" fmla="*/ 133 h 259"/>
                <a:gd name="T82" fmla="*/ 180 w 285"/>
                <a:gd name="T83" fmla="*/ 22 h 259"/>
                <a:gd name="T84" fmla="*/ 180 w 285"/>
                <a:gd name="T85" fmla="*/ 112 h 259"/>
                <a:gd name="T86" fmla="*/ 219 w 285"/>
                <a:gd name="T87" fmla="*/ 112 h 259"/>
                <a:gd name="T88" fmla="*/ 219 w 285"/>
                <a:gd name="T89" fmla="*/ 22 h 259"/>
                <a:gd name="T90" fmla="*/ 180 w 285"/>
                <a:gd name="T91" fmla="*/ 2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59">
                  <a:moveTo>
                    <a:pt x="23" y="147"/>
                  </a:moveTo>
                  <a:cubicBezTo>
                    <a:pt x="20" y="151"/>
                    <a:pt x="17" y="155"/>
                    <a:pt x="14" y="15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5" y="109"/>
                    <a:pt x="26" y="69"/>
                    <a:pt x="33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9" y="41"/>
                    <a:pt x="63" y="63"/>
                    <a:pt x="54" y="86"/>
                  </a:cubicBezTo>
                  <a:cubicBezTo>
                    <a:pt x="107" y="86"/>
                    <a:pt x="107" y="86"/>
                    <a:pt x="107" y="86"/>
                  </a:cubicBezTo>
                  <a:cubicBezTo>
                    <a:pt x="107" y="236"/>
                    <a:pt x="107" y="236"/>
                    <a:pt x="107" y="236"/>
                  </a:cubicBezTo>
                  <a:cubicBezTo>
                    <a:pt x="23" y="236"/>
                    <a:pt x="23" y="236"/>
                    <a:pt x="23" y="236"/>
                  </a:cubicBezTo>
                  <a:lnTo>
                    <a:pt x="23" y="147"/>
                  </a:lnTo>
                  <a:close/>
                  <a:moveTo>
                    <a:pt x="57" y="214"/>
                  </a:moveTo>
                  <a:cubicBezTo>
                    <a:pt x="73" y="214"/>
                    <a:pt x="73" y="214"/>
                    <a:pt x="73" y="214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57" y="107"/>
                    <a:pt x="57" y="107"/>
                    <a:pt x="57" y="107"/>
                  </a:cubicBezTo>
                  <a:lnTo>
                    <a:pt x="57" y="214"/>
                  </a:lnTo>
                  <a:close/>
                  <a:moveTo>
                    <a:pt x="219" y="133"/>
                  </a:moveTo>
                  <a:cubicBezTo>
                    <a:pt x="179" y="133"/>
                    <a:pt x="179" y="133"/>
                    <a:pt x="179" y="133"/>
                  </a:cubicBezTo>
                  <a:cubicBezTo>
                    <a:pt x="177" y="177"/>
                    <a:pt x="165" y="211"/>
                    <a:pt x="144" y="236"/>
                  </a:cubicBezTo>
                  <a:cubicBezTo>
                    <a:pt x="134" y="248"/>
                    <a:pt x="123" y="256"/>
                    <a:pt x="113" y="259"/>
                  </a:cubicBezTo>
                  <a:cubicBezTo>
                    <a:pt x="102" y="244"/>
                    <a:pt x="102" y="244"/>
                    <a:pt x="102" y="244"/>
                  </a:cubicBezTo>
                  <a:cubicBezTo>
                    <a:pt x="125" y="223"/>
                    <a:pt x="139" y="186"/>
                    <a:pt x="143" y="133"/>
                  </a:cubicBezTo>
                  <a:cubicBezTo>
                    <a:pt x="114" y="133"/>
                    <a:pt x="114" y="133"/>
                    <a:pt x="114" y="133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19" y="22"/>
                    <a:pt x="119" y="22"/>
                    <a:pt x="119" y="22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80" y="22"/>
                    <a:pt x="280" y="22"/>
                    <a:pt x="280" y="22"/>
                  </a:cubicBezTo>
                  <a:cubicBezTo>
                    <a:pt x="256" y="22"/>
                    <a:pt x="256" y="22"/>
                    <a:pt x="256" y="22"/>
                  </a:cubicBezTo>
                  <a:cubicBezTo>
                    <a:pt x="256" y="112"/>
                    <a:pt x="256" y="112"/>
                    <a:pt x="256" y="112"/>
                  </a:cubicBezTo>
                  <a:cubicBezTo>
                    <a:pt x="285" y="112"/>
                    <a:pt x="285" y="112"/>
                    <a:pt x="285" y="112"/>
                  </a:cubicBezTo>
                  <a:cubicBezTo>
                    <a:pt x="285" y="133"/>
                    <a:pt x="285" y="133"/>
                    <a:pt x="285" y="133"/>
                  </a:cubicBezTo>
                  <a:cubicBezTo>
                    <a:pt x="256" y="133"/>
                    <a:pt x="256" y="133"/>
                    <a:pt x="256" y="133"/>
                  </a:cubicBezTo>
                  <a:cubicBezTo>
                    <a:pt x="256" y="256"/>
                    <a:pt x="256" y="256"/>
                    <a:pt x="256" y="256"/>
                  </a:cubicBezTo>
                  <a:cubicBezTo>
                    <a:pt x="219" y="256"/>
                    <a:pt x="219" y="256"/>
                    <a:pt x="219" y="256"/>
                  </a:cubicBezTo>
                  <a:lnTo>
                    <a:pt x="219" y="133"/>
                  </a:lnTo>
                  <a:close/>
                  <a:moveTo>
                    <a:pt x="180" y="22"/>
                  </a:moveTo>
                  <a:cubicBezTo>
                    <a:pt x="180" y="112"/>
                    <a:pt x="180" y="112"/>
                    <a:pt x="180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22"/>
                    <a:pt x="219" y="22"/>
                    <a:pt x="219" y="22"/>
                  </a:cubicBezTo>
                  <a:lnTo>
                    <a:pt x="180" y="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7" name="Freeform 62">
              <a:extLst>
                <a:ext uri="{FF2B5EF4-FFF2-40B4-BE49-F238E27FC236}">
                  <a16:creationId xmlns:a16="http://schemas.microsoft.com/office/drawing/2014/main" id="{2EC3CF9F-57DD-4AEA-B953-A6BF0D1AB9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7476" y="2706688"/>
              <a:ext cx="798513" cy="771525"/>
            </a:xfrm>
            <a:custGeom>
              <a:avLst/>
              <a:gdLst>
                <a:gd name="T0" fmla="*/ 95 w 285"/>
                <a:gd name="T1" fmla="*/ 142 h 274"/>
                <a:gd name="T2" fmla="*/ 96 w 285"/>
                <a:gd name="T3" fmla="*/ 109 h 274"/>
                <a:gd name="T4" fmla="*/ 133 w 285"/>
                <a:gd name="T5" fmla="*/ 109 h 274"/>
                <a:gd name="T6" fmla="*/ 132 w 285"/>
                <a:gd name="T7" fmla="*/ 142 h 274"/>
                <a:gd name="T8" fmla="*/ 227 w 285"/>
                <a:gd name="T9" fmla="*/ 142 h 274"/>
                <a:gd name="T10" fmla="*/ 227 w 285"/>
                <a:gd name="T11" fmla="*/ 223 h 274"/>
                <a:gd name="T12" fmla="*/ 239 w 285"/>
                <a:gd name="T13" fmla="*/ 238 h 274"/>
                <a:gd name="T14" fmla="*/ 285 w 285"/>
                <a:gd name="T15" fmla="*/ 238 h 274"/>
                <a:gd name="T16" fmla="*/ 277 w 285"/>
                <a:gd name="T17" fmla="*/ 268 h 274"/>
                <a:gd name="T18" fmla="*/ 224 w 285"/>
                <a:gd name="T19" fmla="*/ 268 h 274"/>
                <a:gd name="T20" fmla="*/ 200 w 285"/>
                <a:gd name="T21" fmla="*/ 258 h 274"/>
                <a:gd name="T22" fmla="*/ 191 w 285"/>
                <a:gd name="T23" fmla="*/ 235 h 274"/>
                <a:gd name="T24" fmla="*/ 191 w 285"/>
                <a:gd name="T25" fmla="*/ 163 h 274"/>
                <a:gd name="T26" fmla="*/ 129 w 285"/>
                <a:gd name="T27" fmla="*/ 163 h 274"/>
                <a:gd name="T28" fmla="*/ 108 w 285"/>
                <a:gd name="T29" fmla="*/ 219 h 274"/>
                <a:gd name="T30" fmla="*/ 11 w 285"/>
                <a:gd name="T31" fmla="*/ 274 h 274"/>
                <a:gd name="T32" fmla="*/ 0 w 285"/>
                <a:gd name="T33" fmla="*/ 257 h 274"/>
                <a:gd name="T34" fmla="*/ 74 w 285"/>
                <a:gd name="T35" fmla="*/ 208 h 274"/>
                <a:gd name="T36" fmla="*/ 91 w 285"/>
                <a:gd name="T37" fmla="*/ 163 h 274"/>
                <a:gd name="T38" fmla="*/ 18 w 285"/>
                <a:gd name="T39" fmla="*/ 163 h 274"/>
                <a:gd name="T40" fmla="*/ 18 w 285"/>
                <a:gd name="T41" fmla="*/ 142 h 274"/>
                <a:gd name="T42" fmla="*/ 95 w 285"/>
                <a:gd name="T43" fmla="*/ 142 h 274"/>
                <a:gd name="T44" fmla="*/ 121 w 285"/>
                <a:gd name="T45" fmla="*/ 88 h 274"/>
                <a:gd name="T46" fmla="*/ 11 w 285"/>
                <a:gd name="T47" fmla="*/ 134 h 274"/>
                <a:gd name="T48" fmla="*/ 2 w 285"/>
                <a:gd name="T49" fmla="*/ 118 h 274"/>
                <a:gd name="T50" fmla="*/ 97 w 285"/>
                <a:gd name="T51" fmla="*/ 60 h 274"/>
                <a:gd name="T52" fmla="*/ 121 w 285"/>
                <a:gd name="T53" fmla="*/ 88 h 274"/>
                <a:gd name="T54" fmla="*/ 155 w 285"/>
                <a:gd name="T55" fmla="*/ 32 h 274"/>
                <a:gd name="T56" fmla="*/ 276 w 285"/>
                <a:gd name="T57" fmla="*/ 32 h 274"/>
                <a:gd name="T58" fmla="*/ 276 w 285"/>
                <a:gd name="T59" fmla="*/ 85 h 274"/>
                <a:gd name="T60" fmla="*/ 239 w 285"/>
                <a:gd name="T61" fmla="*/ 85 h 274"/>
                <a:gd name="T62" fmla="*/ 239 w 285"/>
                <a:gd name="T63" fmla="*/ 53 h 274"/>
                <a:gd name="T64" fmla="*/ 41 w 285"/>
                <a:gd name="T65" fmla="*/ 53 h 274"/>
                <a:gd name="T66" fmla="*/ 41 w 285"/>
                <a:gd name="T67" fmla="*/ 85 h 274"/>
                <a:gd name="T68" fmla="*/ 5 w 285"/>
                <a:gd name="T69" fmla="*/ 85 h 274"/>
                <a:gd name="T70" fmla="*/ 5 w 285"/>
                <a:gd name="T71" fmla="*/ 32 h 274"/>
                <a:gd name="T72" fmla="*/ 130 w 285"/>
                <a:gd name="T73" fmla="*/ 32 h 274"/>
                <a:gd name="T74" fmla="*/ 111 w 285"/>
                <a:gd name="T75" fmla="*/ 12 h 274"/>
                <a:gd name="T76" fmla="*/ 129 w 285"/>
                <a:gd name="T77" fmla="*/ 0 h 274"/>
                <a:gd name="T78" fmla="*/ 170 w 285"/>
                <a:gd name="T79" fmla="*/ 22 h 274"/>
                <a:gd name="T80" fmla="*/ 155 w 285"/>
                <a:gd name="T81" fmla="*/ 32 h 274"/>
                <a:gd name="T82" fmla="*/ 278 w 285"/>
                <a:gd name="T83" fmla="*/ 107 h 274"/>
                <a:gd name="T84" fmla="*/ 169 w 285"/>
                <a:gd name="T85" fmla="*/ 66 h 274"/>
                <a:gd name="T86" fmla="*/ 161 w 285"/>
                <a:gd name="T87" fmla="*/ 83 h 274"/>
                <a:gd name="T88" fmla="*/ 257 w 285"/>
                <a:gd name="T89" fmla="*/ 137 h 274"/>
                <a:gd name="T90" fmla="*/ 278 w 285"/>
                <a:gd name="T91" fmla="*/ 10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74">
                  <a:moveTo>
                    <a:pt x="95" y="142"/>
                  </a:moveTo>
                  <a:cubicBezTo>
                    <a:pt x="96" y="131"/>
                    <a:pt x="96" y="121"/>
                    <a:pt x="96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3" y="121"/>
                    <a:pt x="132" y="131"/>
                    <a:pt x="132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223"/>
                    <a:pt x="227" y="223"/>
                    <a:pt x="227" y="223"/>
                  </a:cubicBezTo>
                  <a:cubicBezTo>
                    <a:pt x="227" y="233"/>
                    <a:pt x="231" y="238"/>
                    <a:pt x="239" y="238"/>
                  </a:cubicBezTo>
                  <a:cubicBezTo>
                    <a:pt x="285" y="238"/>
                    <a:pt x="285" y="238"/>
                    <a:pt x="285" y="238"/>
                  </a:cubicBezTo>
                  <a:cubicBezTo>
                    <a:pt x="277" y="268"/>
                    <a:pt x="277" y="268"/>
                    <a:pt x="277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14" y="268"/>
                    <a:pt x="206" y="265"/>
                    <a:pt x="200" y="258"/>
                  </a:cubicBezTo>
                  <a:cubicBezTo>
                    <a:pt x="194" y="252"/>
                    <a:pt x="191" y="244"/>
                    <a:pt x="191" y="235"/>
                  </a:cubicBezTo>
                  <a:cubicBezTo>
                    <a:pt x="191" y="163"/>
                    <a:pt x="191" y="163"/>
                    <a:pt x="191" y="163"/>
                  </a:cubicBezTo>
                  <a:cubicBezTo>
                    <a:pt x="129" y="163"/>
                    <a:pt x="129" y="163"/>
                    <a:pt x="129" y="163"/>
                  </a:cubicBezTo>
                  <a:cubicBezTo>
                    <a:pt x="125" y="186"/>
                    <a:pt x="118" y="205"/>
                    <a:pt x="108" y="219"/>
                  </a:cubicBezTo>
                  <a:cubicBezTo>
                    <a:pt x="90" y="246"/>
                    <a:pt x="58" y="265"/>
                    <a:pt x="11" y="274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5" y="246"/>
                    <a:pt x="60" y="230"/>
                    <a:pt x="74" y="208"/>
                  </a:cubicBezTo>
                  <a:cubicBezTo>
                    <a:pt x="82" y="196"/>
                    <a:pt x="88" y="181"/>
                    <a:pt x="91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42"/>
                    <a:pt x="18" y="142"/>
                    <a:pt x="18" y="142"/>
                  </a:cubicBezTo>
                  <a:lnTo>
                    <a:pt x="95" y="142"/>
                  </a:lnTo>
                  <a:close/>
                  <a:moveTo>
                    <a:pt x="121" y="88"/>
                  </a:moveTo>
                  <a:cubicBezTo>
                    <a:pt x="90" y="110"/>
                    <a:pt x="53" y="125"/>
                    <a:pt x="11" y="134"/>
                  </a:cubicBezTo>
                  <a:cubicBezTo>
                    <a:pt x="2" y="118"/>
                    <a:pt x="2" y="118"/>
                    <a:pt x="2" y="118"/>
                  </a:cubicBezTo>
                  <a:cubicBezTo>
                    <a:pt x="35" y="102"/>
                    <a:pt x="67" y="83"/>
                    <a:pt x="97" y="60"/>
                  </a:cubicBezTo>
                  <a:lnTo>
                    <a:pt x="121" y="88"/>
                  </a:lnTo>
                  <a:close/>
                  <a:moveTo>
                    <a:pt x="155" y="32"/>
                  </a:moveTo>
                  <a:cubicBezTo>
                    <a:pt x="276" y="32"/>
                    <a:pt x="276" y="32"/>
                    <a:pt x="276" y="32"/>
                  </a:cubicBezTo>
                  <a:cubicBezTo>
                    <a:pt x="276" y="85"/>
                    <a:pt x="276" y="85"/>
                    <a:pt x="276" y="85"/>
                  </a:cubicBezTo>
                  <a:cubicBezTo>
                    <a:pt x="239" y="85"/>
                    <a:pt x="239" y="85"/>
                    <a:pt x="239" y="85"/>
                  </a:cubicBezTo>
                  <a:cubicBezTo>
                    <a:pt x="239" y="53"/>
                    <a:pt x="239" y="53"/>
                    <a:pt x="239" y="53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24" y="25"/>
                    <a:pt x="118" y="19"/>
                    <a:pt x="111" y="12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44" y="4"/>
                    <a:pt x="158" y="12"/>
                    <a:pt x="170" y="22"/>
                  </a:cubicBezTo>
                  <a:lnTo>
                    <a:pt x="155" y="32"/>
                  </a:lnTo>
                  <a:close/>
                  <a:moveTo>
                    <a:pt x="278" y="107"/>
                  </a:moveTo>
                  <a:cubicBezTo>
                    <a:pt x="246" y="90"/>
                    <a:pt x="209" y="77"/>
                    <a:pt x="169" y="66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93" y="99"/>
                    <a:pt x="225" y="118"/>
                    <a:pt x="257" y="137"/>
                  </a:cubicBezTo>
                  <a:lnTo>
                    <a:pt x="278" y="107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8" name="Freeform 63">
              <a:extLst>
                <a:ext uri="{FF2B5EF4-FFF2-40B4-BE49-F238E27FC236}">
                  <a16:creationId xmlns:a16="http://schemas.microsoft.com/office/drawing/2014/main" id="{B6E26A15-B39A-44B2-826A-9C94432C6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4888" y="2716213"/>
              <a:ext cx="725488" cy="754063"/>
            </a:xfrm>
            <a:custGeom>
              <a:avLst/>
              <a:gdLst>
                <a:gd name="T0" fmla="*/ 196 w 457"/>
                <a:gd name="T1" fmla="*/ 340 h 475"/>
                <a:gd name="T2" fmla="*/ 0 w 457"/>
                <a:gd name="T3" fmla="*/ 340 h 475"/>
                <a:gd name="T4" fmla="*/ 0 w 457"/>
                <a:gd name="T5" fmla="*/ 83 h 475"/>
                <a:gd name="T6" fmla="*/ 196 w 457"/>
                <a:gd name="T7" fmla="*/ 83 h 475"/>
                <a:gd name="T8" fmla="*/ 196 w 457"/>
                <a:gd name="T9" fmla="*/ 0 h 475"/>
                <a:gd name="T10" fmla="*/ 262 w 457"/>
                <a:gd name="T11" fmla="*/ 0 h 475"/>
                <a:gd name="T12" fmla="*/ 262 w 457"/>
                <a:gd name="T13" fmla="*/ 83 h 475"/>
                <a:gd name="T14" fmla="*/ 457 w 457"/>
                <a:gd name="T15" fmla="*/ 83 h 475"/>
                <a:gd name="T16" fmla="*/ 457 w 457"/>
                <a:gd name="T17" fmla="*/ 340 h 475"/>
                <a:gd name="T18" fmla="*/ 262 w 457"/>
                <a:gd name="T19" fmla="*/ 340 h 475"/>
                <a:gd name="T20" fmla="*/ 262 w 457"/>
                <a:gd name="T21" fmla="*/ 475 h 475"/>
                <a:gd name="T22" fmla="*/ 196 w 457"/>
                <a:gd name="T23" fmla="*/ 475 h 475"/>
                <a:gd name="T24" fmla="*/ 196 w 457"/>
                <a:gd name="T25" fmla="*/ 340 h 475"/>
                <a:gd name="T26" fmla="*/ 66 w 457"/>
                <a:gd name="T27" fmla="*/ 120 h 475"/>
                <a:gd name="T28" fmla="*/ 66 w 457"/>
                <a:gd name="T29" fmla="*/ 303 h 475"/>
                <a:gd name="T30" fmla="*/ 196 w 457"/>
                <a:gd name="T31" fmla="*/ 303 h 475"/>
                <a:gd name="T32" fmla="*/ 196 w 457"/>
                <a:gd name="T33" fmla="*/ 120 h 475"/>
                <a:gd name="T34" fmla="*/ 66 w 457"/>
                <a:gd name="T35" fmla="*/ 120 h 475"/>
                <a:gd name="T36" fmla="*/ 392 w 457"/>
                <a:gd name="T37" fmla="*/ 303 h 475"/>
                <a:gd name="T38" fmla="*/ 392 w 457"/>
                <a:gd name="T39" fmla="*/ 120 h 475"/>
                <a:gd name="T40" fmla="*/ 262 w 457"/>
                <a:gd name="T41" fmla="*/ 120 h 475"/>
                <a:gd name="T42" fmla="*/ 262 w 457"/>
                <a:gd name="T43" fmla="*/ 303 h 475"/>
                <a:gd name="T44" fmla="*/ 392 w 457"/>
                <a:gd name="T45" fmla="*/ 303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7" h="475">
                  <a:moveTo>
                    <a:pt x="196" y="340"/>
                  </a:moveTo>
                  <a:lnTo>
                    <a:pt x="0" y="340"/>
                  </a:lnTo>
                  <a:lnTo>
                    <a:pt x="0" y="83"/>
                  </a:lnTo>
                  <a:lnTo>
                    <a:pt x="196" y="83"/>
                  </a:lnTo>
                  <a:lnTo>
                    <a:pt x="196" y="0"/>
                  </a:lnTo>
                  <a:lnTo>
                    <a:pt x="262" y="0"/>
                  </a:lnTo>
                  <a:lnTo>
                    <a:pt x="262" y="83"/>
                  </a:lnTo>
                  <a:lnTo>
                    <a:pt x="457" y="83"/>
                  </a:lnTo>
                  <a:lnTo>
                    <a:pt x="457" y="340"/>
                  </a:lnTo>
                  <a:lnTo>
                    <a:pt x="262" y="340"/>
                  </a:lnTo>
                  <a:lnTo>
                    <a:pt x="262" y="475"/>
                  </a:lnTo>
                  <a:lnTo>
                    <a:pt x="196" y="475"/>
                  </a:lnTo>
                  <a:lnTo>
                    <a:pt x="196" y="340"/>
                  </a:lnTo>
                  <a:close/>
                  <a:moveTo>
                    <a:pt x="66" y="120"/>
                  </a:moveTo>
                  <a:lnTo>
                    <a:pt x="66" y="303"/>
                  </a:lnTo>
                  <a:lnTo>
                    <a:pt x="196" y="303"/>
                  </a:lnTo>
                  <a:lnTo>
                    <a:pt x="196" y="120"/>
                  </a:lnTo>
                  <a:lnTo>
                    <a:pt x="66" y="120"/>
                  </a:lnTo>
                  <a:close/>
                  <a:moveTo>
                    <a:pt x="392" y="303"/>
                  </a:moveTo>
                  <a:lnTo>
                    <a:pt x="392" y="120"/>
                  </a:lnTo>
                  <a:lnTo>
                    <a:pt x="262" y="120"/>
                  </a:lnTo>
                  <a:lnTo>
                    <a:pt x="262" y="303"/>
                  </a:lnTo>
                  <a:lnTo>
                    <a:pt x="392" y="303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" name="Freeform 64">
              <a:extLst>
                <a:ext uri="{FF2B5EF4-FFF2-40B4-BE49-F238E27FC236}">
                  <a16:creationId xmlns:a16="http://schemas.microsoft.com/office/drawing/2014/main" id="{7E49499A-D893-40CE-8608-7A04B91D9A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40863" y="2706688"/>
              <a:ext cx="812800" cy="754063"/>
            </a:xfrm>
            <a:custGeom>
              <a:avLst/>
              <a:gdLst>
                <a:gd name="T0" fmla="*/ 0 w 290"/>
                <a:gd name="T1" fmla="*/ 229 h 268"/>
                <a:gd name="T2" fmla="*/ 38 w 290"/>
                <a:gd name="T3" fmla="*/ 101 h 268"/>
                <a:gd name="T4" fmla="*/ 60 w 290"/>
                <a:gd name="T5" fmla="*/ 105 h 268"/>
                <a:gd name="T6" fmla="*/ 35 w 290"/>
                <a:gd name="T7" fmla="*/ 238 h 268"/>
                <a:gd name="T8" fmla="*/ 0 w 290"/>
                <a:gd name="T9" fmla="*/ 229 h 268"/>
                <a:gd name="T10" fmla="*/ 243 w 290"/>
                <a:gd name="T11" fmla="*/ 268 h 268"/>
                <a:gd name="T12" fmla="*/ 252 w 290"/>
                <a:gd name="T13" fmla="*/ 238 h 268"/>
                <a:gd name="T14" fmla="*/ 128 w 290"/>
                <a:gd name="T15" fmla="*/ 238 h 268"/>
                <a:gd name="T16" fmla="*/ 118 w 290"/>
                <a:gd name="T17" fmla="*/ 234 h 268"/>
                <a:gd name="T18" fmla="*/ 114 w 290"/>
                <a:gd name="T19" fmla="*/ 223 h 268"/>
                <a:gd name="T20" fmla="*/ 114 w 290"/>
                <a:gd name="T21" fmla="*/ 61 h 268"/>
                <a:gd name="T22" fmla="*/ 77 w 290"/>
                <a:gd name="T23" fmla="*/ 61 h 268"/>
                <a:gd name="T24" fmla="*/ 77 w 290"/>
                <a:gd name="T25" fmla="*/ 235 h 268"/>
                <a:gd name="T26" fmla="*/ 86 w 290"/>
                <a:gd name="T27" fmla="*/ 258 h 268"/>
                <a:gd name="T28" fmla="*/ 110 w 290"/>
                <a:gd name="T29" fmla="*/ 268 h 268"/>
                <a:gd name="T30" fmla="*/ 243 w 290"/>
                <a:gd name="T31" fmla="*/ 268 h 268"/>
                <a:gd name="T32" fmla="*/ 164 w 290"/>
                <a:gd name="T33" fmla="*/ 107 h 268"/>
                <a:gd name="T34" fmla="*/ 107 w 290"/>
                <a:gd name="T35" fmla="*/ 13 h 268"/>
                <a:gd name="T36" fmla="*/ 124 w 290"/>
                <a:gd name="T37" fmla="*/ 0 h 268"/>
                <a:gd name="T38" fmla="*/ 196 w 290"/>
                <a:gd name="T39" fmla="*/ 88 h 268"/>
                <a:gd name="T40" fmla="*/ 164 w 290"/>
                <a:gd name="T41" fmla="*/ 107 h 268"/>
                <a:gd name="T42" fmla="*/ 255 w 290"/>
                <a:gd name="T43" fmla="*/ 195 h 268"/>
                <a:gd name="T44" fmla="*/ 213 w 290"/>
                <a:gd name="T45" fmla="*/ 94 h 268"/>
                <a:gd name="T46" fmla="*/ 232 w 290"/>
                <a:gd name="T47" fmla="*/ 84 h 268"/>
                <a:gd name="T48" fmla="*/ 290 w 290"/>
                <a:gd name="T49" fmla="*/ 181 h 268"/>
                <a:gd name="T50" fmla="*/ 255 w 290"/>
                <a:gd name="T51" fmla="*/ 195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0" h="268">
                  <a:moveTo>
                    <a:pt x="0" y="229"/>
                  </a:moveTo>
                  <a:cubicBezTo>
                    <a:pt x="16" y="185"/>
                    <a:pt x="29" y="142"/>
                    <a:pt x="38" y="101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55" y="158"/>
                    <a:pt x="47" y="202"/>
                    <a:pt x="35" y="238"/>
                  </a:cubicBezTo>
                  <a:lnTo>
                    <a:pt x="0" y="229"/>
                  </a:lnTo>
                  <a:close/>
                  <a:moveTo>
                    <a:pt x="243" y="268"/>
                  </a:moveTo>
                  <a:cubicBezTo>
                    <a:pt x="252" y="238"/>
                    <a:pt x="252" y="238"/>
                    <a:pt x="252" y="238"/>
                  </a:cubicBezTo>
                  <a:cubicBezTo>
                    <a:pt x="128" y="238"/>
                    <a:pt x="128" y="238"/>
                    <a:pt x="128" y="238"/>
                  </a:cubicBezTo>
                  <a:cubicBezTo>
                    <a:pt x="124" y="238"/>
                    <a:pt x="121" y="236"/>
                    <a:pt x="118" y="234"/>
                  </a:cubicBezTo>
                  <a:cubicBezTo>
                    <a:pt x="115" y="231"/>
                    <a:pt x="114" y="227"/>
                    <a:pt x="114" y="223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77" y="61"/>
                    <a:pt x="77" y="61"/>
                    <a:pt x="77" y="61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7" y="244"/>
                    <a:pt x="80" y="252"/>
                    <a:pt x="86" y="258"/>
                  </a:cubicBezTo>
                  <a:cubicBezTo>
                    <a:pt x="92" y="265"/>
                    <a:pt x="100" y="268"/>
                    <a:pt x="110" y="268"/>
                  </a:cubicBezTo>
                  <a:lnTo>
                    <a:pt x="243" y="268"/>
                  </a:lnTo>
                  <a:close/>
                  <a:moveTo>
                    <a:pt x="164" y="107"/>
                  </a:moveTo>
                  <a:cubicBezTo>
                    <a:pt x="145" y="72"/>
                    <a:pt x="127" y="41"/>
                    <a:pt x="107" y="13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58" y="33"/>
                    <a:pt x="182" y="62"/>
                    <a:pt x="196" y="88"/>
                  </a:cubicBezTo>
                  <a:lnTo>
                    <a:pt x="164" y="107"/>
                  </a:lnTo>
                  <a:close/>
                  <a:moveTo>
                    <a:pt x="255" y="195"/>
                  </a:moveTo>
                  <a:cubicBezTo>
                    <a:pt x="242" y="158"/>
                    <a:pt x="228" y="124"/>
                    <a:pt x="213" y="94"/>
                  </a:cubicBezTo>
                  <a:cubicBezTo>
                    <a:pt x="232" y="84"/>
                    <a:pt x="232" y="84"/>
                    <a:pt x="232" y="84"/>
                  </a:cubicBezTo>
                  <a:cubicBezTo>
                    <a:pt x="260" y="121"/>
                    <a:pt x="279" y="153"/>
                    <a:pt x="290" y="181"/>
                  </a:cubicBezTo>
                  <a:lnTo>
                    <a:pt x="255" y="19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Freeform 65">
              <a:extLst>
                <a:ext uri="{FF2B5EF4-FFF2-40B4-BE49-F238E27FC236}">
                  <a16:creationId xmlns:a16="http://schemas.microsoft.com/office/drawing/2014/main" id="{CF7CC425-ABE7-476F-A86B-9C12D9A1B0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6838" y="3765551"/>
              <a:ext cx="347663" cy="393700"/>
            </a:xfrm>
            <a:custGeom>
              <a:avLst/>
              <a:gdLst>
                <a:gd name="T0" fmla="*/ 0 w 124"/>
                <a:gd name="T1" fmla="*/ 0 h 140"/>
                <a:gd name="T2" fmla="*/ 58 w 124"/>
                <a:gd name="T3" fmla="*/ 0 h 140"/>
                <a:gd name="T4" fmla="*/ 107 w 124"/>
                <a:gd name="T5" fmla="*/ 17 h 140"/>
                <a:gd name="T6" fmla="*/ 124 w 124"/>
                <a:gd name="T7" fmla="*/ 70 h 140"/>
                <a:gd name="T8" fmla="*/ 106 w 124"/>
                <a:gd name="T9" fmla="*/ 122 h 140"/>
                <a:gd name="T10" fmla="*/ 54 w 124"/>
                <a:gd name="T11" fmla="*/ 140 h 140"/>
                <a:gd name="T12" fmla="*/ 0 w 124"/>
                <a:gd name="T13" fmla="*/ 140 h 140"/>
                <a:gd name="T14" fmla="*/ 0 w 124"/>
                <a:gd name="T15" fmla="*/ 0 h 140"/>
                <a:gd name="T16" fmla="*/ 25 w 124"/>
                <a:gd name="T17" fmla="*/ 20 h 140"/>
                <a:gd name="T18" fmla="*/ 25 w 124"/>
                <a:gd name="T19" fmla="*/ 119 h 140"/>
                <a:gd name="T20" fmla="*/ 55 w 124"/>
                <a:gd name="T21" fmla="*/ 119 h 140"/>
                <a:gd name="T22" fmla="*/ 88 w 124"/>
                <a:gd name="T23" fmla="*/ 107 h 140"/>
                <a:gd name="T24" fmla="*/ 99 w 124"/>
                <a:gd name="T25" fmla="*/ 68 h 140"/>
                <a:gd name="T26" fmla="*/ 88 w 124"/>
                <a:gd name="T27" fmla="*/ 32 h 140"/>
                <a:gd name="T28" fmla="*/ 57 w 124"/>
                <a:gd name="T29" fmla="*/ 20 h 140"/>
                <a:gd name="T30" fmla="*/ 25 w 124"/>
                <a:gd name="T31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40">
                  <a:moveTo>
                    <a:pt x="0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0" y="0"/>
                    <a:pt x="96" y="6"/>
                    <a:pt x="107" y="17"/>
                  </a:cubicBezTo>
                  <a:cubicBezTo>
                    <a:pt x="118" y="29"/>
                    <a:pt x="124" y="46"/>
                    <a:pt x="124" y="70"/>
                  </a:cubicBezTo>
                  <a:cubicBezTo>
                    <a:pt x="124" y="92"/>
                    <a:pt x="118" y="109"/>
                    <a:pt x="106" y="122"/>
                  </a:cubicBezTo>
                  <a:cubicBezTo>
                    <a:pt x="94" y="134"/>
                    <a:pt x="77" y="140"/>
                    <a:pt x="5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5" y="20"/>
                  </a:moveTo>
                  <a:cubicBezTo>
                    <a:pt x="25" y="119"/>
                    <a:pt x="25" y="119"/>
                    <a:pt x="25" y="119"/>
                  </a:cubicBezTo>
                  <a:cubicBezTo>
                    <a:pt x="55" y="119"/>
                    <a:pt x="55" y="119"/>
                    <a:pt x="55" y="119"/>
                  </a:cubicBezTo>
                  <a:cubicBezTo>
                    <a:pt x="70" y="119"/>
                    <a:pt x="81" y="115"/>
                    <a:pt x="88" y="107"/>
                  </a:cubicBezTo>
                  <a:cubicBezTo>
                    <a:pt x="95" y="99"/>
                    <a:pt x="99" y="86"/>
                    <a:pt x="99" y="68"/>
                  </a:cubicBezTo>
                  <a:cubicBezTo>
                    <a:pt x="99" y="52"/>
                    <a:pt x="95" y="40"/>
                    <a:pt x="88" y="32"/>
                  </a:cubicBezTo>
                  <a:cubicBezTo>
                    <a:pt x="81" y="24"/>
                    <a:pt x="71" y="20"/>
                    <a:pt x="57" y="2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" name="Freeform 66">
              <a:extLst>
                <a:ext uri="{FF2B5EF4-FFF2-40B4-BE49-F238E27FC236}">
                  <a16:creationId xmlns:a16="http://schemas.microsoft.com/office/drawing/2014/main" id="{8BEE3EF2-7214-4C81-A150-4EB201E5B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476" y="3754438"/>
              <a:ext cx="371475" cy="415925"/>
            </a:xfrm>
            <a:custGeom>
              <a:avLst/>
              <a:gdLst>
                <a:gd name="T0" fmla="*/ 132 w 133"/>
                <a:gd name="T1" fmla="*/ 48 h 148"/>
                <a:gd name="T2" fmla="*/ 108 w 133"/>
                <a:gd name="T3" fmla="*/ 48 h 148"/>
                <a:gd name="T4" fmla="*/ 96 w 133"/>
                <a:gd name="T5" fmla="*/ 28 h 148"/>
                <a:gd name="T6" fmla="*/ 70 w 133"/>
                <a:gd name="T7" fmla="*/ 21 h 148"/>
                <a:gd name="T8" fmla="*/ 37 w 133"/>
                <a:gd name="T9" fmla="*/ 35 h 148"/>
                <a:gd name="T10" fmla="*/ 25 w 133"/>
                <a:gd name="T11" fmla="*/ 73 h 148"/>
                <a:gd name="T12" fmla="*/ 37 w 133"/>
                <a:gd name="T13" fmla="*/ 112 h 148"/>
                <a:gd name="T14" fmla="*/ 69 w 133"/>
                <a:gd name="T15" fmla="*/ 127 h 148"/>
                <a:gd name="T16" fmla="*/ 96 w 133"/>
                <a:gd name="T17" fmla="*/ 118 h 148"/>
                <a:gd name="T18" fmla="*/ 108 w 133"/>
                <a:gd name="T19" fmla="*/ 94 h 148"/>
                <a:gd name="T20" fmla="*/ 133 w 133"/>
                <a:gd name="T21" fmla="*/ 94 h 148"/>
                <a:gd name="T22" fmla="*/ 114 w 133"/>
                <a:gd name="T23" fmla="*/ 133 h 148"/>
                <a:gd name="T24" fmla="*/ 68 w 133"/>
                <a:gd name="T25" fmla="*/ 148 h 148"/>
                <a:gd name="T26" fmla="*/ 18 w 133"/>
                <a:gd name="T27" fmla="*/ 128 h 148"/>
                <a:gd name="T28" fmla="*/ 0 w 133"/>
                <a:gd name="T29" fmla="*/ 74 h 148"/>
                <a:gd name="T30" fmla="*/ 18 w 133"/>
                <a:gd name="T31" fmla="*/ 20 h 148"/>
                <a:gd name="T32" fmla="*/ 70 w 133"/>
                <a:gd name="T33" fmla="*/ 0 h 148"/>
                <a:gd name="T34" fmla="*/ 114 w 133"/>
                <a:gd name="T35" fmla="*/ 13 h 148"/>
                <a:gd name="T36" fmla="*/ 132 w 133"/>
                <a:gd name="T37" fmla="*/ 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8">
                  <a:moveTo>
                    <a:pt x="132" y="48"/>
                  </a:moveTo>
                  <a:cubicBezTo>
                    <a:pt x="108" y="48"/>
                    <a:pt x="108" y="48"/>
                    <a:pt x="108" y="48"/>
                  </a:cubicBezTo>
                  <a:cubicBezTo>
                    <a:pt x="106" y="39"/>
                    <a:pt x="102" y="33"/>
                    <a:pt x="96" y="28"/>
                  </a:cubicBezTo>
                  <a:cubicBezTo>
                    <a:pt x="89" y="24"/>
                    <a:pt x="80" y="21"/>
                    <a:pt x="70" y="21"/>
                  </a:cubicBezTo>
                  <a:cubicBezTo>
                    <a:pt x="55" y="21"/>
                    <a:pt x="44" y="26"/>
                    <a:pt x="37" y="35"/>
                  </a:cubicBezTo>
                  <a:cubicBezTo>
                    <a:pt x="29" y="44"/>
                    <a:pt x="25" y="57"/>
                    <a:pt x="25" y="73"/>
                  </a:cubicBezTo>
                  <a:cubicBezTo>
                    <a:pt x="25" y="90"/>
                    <a:pt x="29" y="103"/>
                    <a:pt x="37" y="112"/>
                  </a:cubicBezTo>
                  <a:cubicBezTo>
                    <a:pt x="45" y="122"/>
                    <a:pt x="56" y="127"/>
                    <a:pt x="69" y="127"/>
                  </a:cubicBezTo>
                  <a:cubicBezTo>
                    <a:pt x="80" y="127"/>
                    <a:pt x="89" y="124"/>
                    <a:pt x="96" y="118"/>
                  </a:cubicBezTo>
                  <a:cubicBezTo>
                    <a:pt x="104" y="112"/>
                    <a:pt x="108" y="104"/>
                    <a:pt x="108" y="94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2" y="110"/>
                    <a:pt x="126" y="122"/>
                    <a:pt x="114" y="133"/>
                  </a:cubicBezTo>
                  <a:cubicBezTo>
                    <a:pt x="102" y="143"/>
                    <a:pt x="87" y="148"/>
                    <a:pt x="68" y="148"/>
                  </a:cubicBezTo>
                  <a:cubicBezTo>
                    <a:pt x="47" y="148"/>
                    <a:pt x="30" y="141"/>
                    <a:pt x="18" y="128"/>
                  </a:cubicBezTo>
                  <a:cubicBezTo>
                    <a:pt x="6" y="115"/>
                    <a:pt x="0" y="97"/>
                    <a:pt x="0" y="74"/>
                  </a:cubicBezTo>
                  <a:cubicBezTo>
                    <a:pt x="0" y="51"/>
                    <a:pt x="6" y="33"/>
                    <a:pt x="18" y="20"/>
                  </a:cubicBezTo>
                  <a:cubicBezTo>
                    <a:pt x="31" y="7"/>
                    <a:pt x="48" y="0"/>
                    <a:pt x="70" y="0"/>
                  </a:cubicBezTo>
                  <a:cubicBezTo>
                    <a:pt x="88" y="0"/>
                    <a:pt x="103" y="5"/>
                    <a:pt x="114" y="13"/>
                  </a:cubicBezTo>
                  <a:cubicBezTo>
                    <a:pt x="125" y="22"/>
                    <a:pt x="131" y="33"/>
                    <a:pt x="132" y="48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" name="Freeform 67">
              <a:extLst>
                <a:ext uri="{FF2B5EF4-FFF2-40B4-BE49-F238E27FC236}">
                  <a16:creationId xmlns:a16="http://schemas.microsoft.com/office/drawing/2014/main" id="{FC314BE5-1DA8-48B7-A8FD-2132DD6D7B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8563" y="3765551"/>
              <a:ext cx="330200" cy="393700"/>
            </a:xfrm>
            <a:custGeom>
              <a:avLst/>
              <a:gdLst>
                <a:gd name="T0" fmla="*/ 0 w 118"/>
                <a:gd name="T1" fmla="*/ 0 h 140"/>
                <a:gd name="T2" fmla="*/ 64 w 118"/>
                <a:gd name="T3" fmla="*/ 0 h 140"/>
                <a:gd name="T4" fmla="*/ 70 w 118"/>
                <a:gd name="T5" fmla="*/ 1 h 140"/>
                <a:gd name="T6" fmla="*/ 72 w 118"/>
                <a:gd name="T7" fmla="*/ 1 h 140"/>
                <a:gd name="T8" fmla="*/ 103 w 118"/>
                <a:gd name="T9" fmla="*/ 11 h 140"/>
                <a:gd name="T10" fmla="*/ 114 w 118"/>
                <a:gd name="T11" fmla="*/ 39 h 140"/>
                <a:gd name="T12" fmla="*/ 108 w 118"/>
                <a:gd name="T13" fmla="*/ 60 h 140"/>
                <a:gd name="T14" fmla="*/ 92 w 118"/>
                <a:gd name="T15" fmla="*/ 72 h 140"/>
                <a:gd name="T16" fmla="*/ 106 w 118"/>
                <a:gd name="T17" fmla="*/ 81 h 140"/>
                <a:gd name="T18" fmla="*/ 110 w 118"/>
                <a:gd name="T19" fmla="*/ 100 h 140"/>
                <a:gd name="T20" fmla="*/ 112 w 118"/>
                <a:gd name="T21" fmla="*/ 120 h 140"/>
                <a:gd name="T22" fmla="*/ 112 w 118"/>
                <a:gd name="T23" fmla="*/ 120 h 140"/>
                <a:gd name="T24" fmla="*/ 118 w 118"/>
                <a:gd name="T25" fmla="*/ 136 h 140"/>
                <a:gd name="T26" fmla="*/ 118 w 118"/>
                <a:gd name="T27" fmla="*/ 140 h 140"/>
                <a:gd name="T28" fmla="*/ 90 w 118"/>
                <a:gd name="T29" fmla="*/ 140 h 140"/>
                <a:gd name="T30" fmla="*/ 88 w 118"/>
                <a:gd name="T31" fmla="*/ 134 h 140"/>
                <a:gd name="T32" fmla="*/ 86 w 118"/>
                <a:gd name="T33" fmla="*/ 122 h 140"/>
                <a:gd name="T34" fmla="*/ 86 w 118"/>
                <a:gd name="T35" fmla="*/ 105 h 140"/>
                <a:gd name="T36" fmla="*/ 79 w 118"/>
                <a:gd name="T37" fmla="*/ 87 h 140"/>
                <a:gd name="T38" fmla="*/ 62 w 118"/>
                <a:gd name="T39" fmla="*/ 83 h 140"/>
                <a:gd name="T40" fmla="*/ 57 w 118"/>
                <a:gd name="T41" fmla="*/ 83 h 140"/>
                <a:gd name="T42" fmla="*/ 24 w 118"/>
                <a:gd name="T43" fmla="*/ 83 h 140"/>
                <a:gd name="T44" fmla="*/ 24 w 118"/>
                <a:gd name="T45" fmla="*/ 140 h 140"/>
                <a:gd name="T46" fmla="*/ 0 w 118"/>
                <a:gd name="T47" fmla="*/ 140 h 140"/>
                <a:gd name="T48" fmla="*/ 0 w 118"/>
                <a:gd name="T49" fmla="*/ 0 h 140"/>
                <a:gd name="T50" fmla="*/ 24 w 118"/>
                <a:gd name="T51" fmla="*/ 20 h 140"/>
                <a:gd name="T52" fmla="*/ 24 w 118"/>
                <a:gd name="T53" fmla="*/ 63 h 140"/>
                <a:gd name="T54" fmla="*/ 60 w 118"/>
                <a:gd name="T55" fmla="*/ 63 h 140"/>
                <a:gd name="T56" fmla="*/ 82 w 118"/>
                <a:gd name="T57" fmla="*/ 58 h 140"/>
                <a:gd name="T58" fmla="*/ 89 w 118"/>
                <a:gd name="T59" fmla="*/ 41 h 140"/>
                <a:gd name="T60" fmla="*/ 82 w 118"/>
                <a:gd name="T61" fmla="*/ 25 h 140"/>
                <a:gd name="T62" fmla="*/ 60 w 118"/>
                <a:gd name="T63" fmla="*/ 20 h 140"/>
                <a:gd name="T64" fmla="*/ 24 w 118"/>
                <a:gd name="T6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8" h="140">
                  <a:moveTo>
                    <a:pt x="0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8" y="0"/>
                    <a:pt x="70" y="1"/>
                  </a:cubicBezTo>
                  <a:cubicBezTo>
                    <a:pt x="71" y="1"/>
                    <a:pt x="72" y="1"/>
                    <a:pt x="72" y="1"/>
                  </a:cubicBezTo>
                  <a:cubicBezTo>
                    <a:pt x="85" y="1"/>
                    <a:pt x="95" y="4"/>
                    <a:pt x="103" y="11"/>
                  </a:cubicBezTo>
                  <a:cubicBezTo>
                    <a:pt x="110" y="18"/>
                    <a:pt x="114" y="27"/>
                    <a:pt x="114" y="39"/>
                  </a:cubicBezTo>
                  <a:cubicBezTo>
                    <a:pt x="114" y="47"/>
                    <a:pt x="112" y="54"/>
                    <a:pt x="108" y="60"/>
                  </a:cubicBezTo>
                  <a:cubicBezTo>
                    <a:pt x="105" y="65"/>
                    <a:pt x="99" y="69"/>
                    <a:pt x="92" y="72"/>
                  </a:cubicBezTo>
                  <a:cubicBezTo>
                    <a:pt x="99" y="74"/>
                    <a:pt x="103" y="77"/>
                    <a:pt x="106" y="81"/>
                  </a:cubicBezTo>
                  <a:cubicBezTo>
                    <a:pt x="108" y="85"/>
                    <a:pt x="110" y="91"/>
                    <a:pt x="110" y="10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9"/>
                    <a:pt x="114" y="134"/>
                    <a:pt x="118" y="136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90" y="140"/>
                    <a:pt x="90" y="140"/>
                    <a:pt x="90" y="140"/>
                  </a:cubicBezTo>
                  <a:cubicBezTo>
                    <a:pt x="89" y="138"/>
                    <a:pt x="88" y="136"/>
                    <a:pt x="88" y="134"/>
                  </a:cubicBezTo>
                  <a:cubicBezTo>
                    <a:pt x="87" y="131"/>
                    <a:pt x="87" y="127"/>
                    <a:pt x="86" y="122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5" y="96"/>
                    <a:pt x="83" y="90"/>
                    <a:pt x="79" y="87"/>
                  </a:cubicBezTo>
                  <a:cubicBezTo>
                    <a:pt x="76" y="84"/>
                    <a:pt x="70" y="83"/>
                    <a:pt x="62" y="83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4" y="20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60" y="63"/>
                    <a:pt x="60" y="63"/>
                    <a:pt x="60" y="63"/>
                  </a:cubicBezTo>
                  <a:cubicBezTo>
                    <a:pt x="70" y="63"/>
                    <a:pt x="77" y="61"/>
                    <a:pt x="82" y="58"/>
                  </a:cubicBezTo>
                  <a:cubicBezTo>
                    <a:pt x="86" y="54"/>
                    <a:pt x="89" y="49"/>
                    <a:pt x="89" y="41"/>
                  </a:cubicBezTo>
                  <a:cubicBezTo>
                    <a:pt x="89" y="34"/>
                    <a:pt x="87" y="28"/>
                    <a:pt x="82" y="25"/>
                  </a:cubicBezTo>
                  <a:cubicBezTo>
                    <a:pt x="78" y="22"/>
                    <a:pt x="70" y="20"/>
                    <a:pt x="60" y="20"/>
                  </a:cubicBezTo>
                  <a:lnTo>
                    <a:pt x="24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8">
              <a:extLst>
                <a:ext uri="{FF2B5EF4-FFF2-40B4-BE49-F238E27FC236}">
                  <a16:creationId xmlns:a16="http://schemas.microsoft.com/office/drawing/2014/main" id="{08DD466D-92C5-4C83-AA1F-A8DEC7A16A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321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Freeform 69">
              <a:extLst>
                <a:ext uri="{FF2B5EF4-FFF2-40B4-BE49-F238E27FC236}">
                  <a16:creationId xmlns:a16="http://schemas.microsoft.com/office/drawing/2014/main" id="{C50387E4-3C8F-4C71-967D-730DF72AD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301" y="3860801"/>
              <a:ext cx="263525" cy="306388"/>
            </a:xfrm>
            <a:custGeom>
              <a:avLst/>
              <a:gdLst>
                <a:gd name="T0" fmla="*/ 91 w 94"/>
                <a:gd name="T1" fmla="*/ 33 h 109"/>
                <a:gd name="T2" fmla="*/ 68 w 94"/>
                <a:gd name="T3" fmla="*/ 33 h 109"/>
                <a:gd name="T4" fmla="*/ 62 w 94"/>
                <a:gd name="T5" fmla="*/ 22 h 109"/>
                <a:gd name="T6" fmla="*/ 45 w 94"/>
                <a:gd name="T7" fmla="*/ 18 h 109"/>
                <a:gd name="T8" fmla="*/ 32 w 94"/>
                <a:gd name="T9" fmla="*/ 21 h 109"/>
                <a:gd name="T10" fmla="*/ 27 w 94"/>
                <a:gd name="T11" fmla="*/ 29 h 109"/>
                <a:gd name="T12" fmla="*/ 31 w 94"/>
                <a:gd name="T13" fmla="*/ 37 h 109"/>
                <a:gd name="T14" fmla="*/ 45 w 94"/>
                <a:gd name="T15" fmla="*/ 42 h 109"/>
                <a:gd name="T16" fmla="*/ 59 w 94"/>
                <a:gd name="T17" fmla="*/ 45 h 109"/>
                <a:gd name="T18" fmla="*/ 87 w 94"/>
                <a:gd name="T19" fmla="*/ 56 h 109"/>
                <a:gd name="T20" fmla="*/ 94 w 94"/>
                <a:gd name="T21" fmla="*/ 75 h 109"/>
                <a:gd name="T22" fmla="*/ 82 w 94"/>
                <a:gd name="T23" fmla="*/ 100 h 109"/>
                <a:gd name="T24" fmla="*/ 47 w 94"/>
                <a:gd name="T25" fmla="*/ 109 h 109"/>
                <a:gd name="T26" fmla="*/ 12 w 94"/>
                <a:gd name="T27" fmla="*/ 100 h 109"/>
                <a:gd name="T28" fmla="*/ 0 w 94"/>
                <a:gd name="T29" fmla="*/ 73 h 109"/>
                <a:gd name="T30" fmla="*/ 23 w 94"/>
                <a:gd name="T31" fmla="*/ 73 h 109"/>
                <a:gd name="T32" fmla="*/ 30 w 94"/>
                <a:gd name="T33" fmla="*/ 87 h 109"/>
                <a:gd name="T34" fmla="*/ 49 w 94"/>
                <a:gd name="T35" fmla="*/ 91 h 109"/>
                <a:gd name="T36" fmla="*/ 65 w 94"/>
                <a:gd name="T37" fmla="*/ 88 h 109"/>
                <a:gd name="T38" fmla="*/ 71 w 94"/>
                <a:gd name="T39" fmla="*/ 78 h 109"/>
                <a:gd name="T40" fmla="*/ 67 w 94"/>
                <a:gd name="T41" fmla="*/ 71 h 109"/>
                <a:gd name="T42" fmla="*/ 54 w 94"/>
                <a:gd name="T43" fmla="*/ 66 h 109"/>
                <a:gd name="T44" fmla="*/ 37 w 94"/>
                <a:gd name="T45" fmla="*/ 62 h 109"/>
                <a:gd name="T46" fmla="*/ 11 w 94"/>
                <a:gd name="T47" fmla="*/ 51 h 109"/>
                <a:gd name="T48" fmla="*/ 3 w 94"/>
                <a:gd name="T49" fmla="*/ 32 h 109"/>
                <a:gd name="T50" fmla="*/ 15 w 94"/>
                <a:gd name="T51" fmla="*/ 9 h 109"/>
                <a:gd name="T52" fmla="*/ 46 w 94"/>
                <a:gd name="T53" fmla="*/ 0 h 109"/>
                <a:gd name="T54" fmla="*/ 79 w 94"/>
                <a:gd name="T55" fmla="*/ 9 h 109"/>
                <a:gd name="T56" fmla="*/ 91 w 94"/>
                <a:gd name="T57" fmla="*/ 3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09">
                  <a:moveTo>
                    <a:pt x="91" y="33"/>
                  </a:moveTo>
                  <a:cubicBezTo>
                    <a:pt x="68" y="33"/>
                    <a:pt x="68" y="33"/>
                    <a:pt x="68" y="33"/>
                  </a:cubicBezTo>
                  <a:cubicBezTo>
                    <a:pt x="68" y="28"/>
                    <a:pt x="66" y="25"/>
                    <a:pt x="62" y="22"/>
                  </a:cubicBezTo>
                  <a:cubicBezTo>
                    <a:pt x="58" y="19"/>
                    <a:pt x="52" y="18"/>
                    <a:pt x="45" y="18"/>
                  </a:cubicBezTo>
                  <a:cubicBezTo>
                    <a:pt x="40" y="18"/>
                    <a:pt x="35" y="19"/>
                    <a:pt x="32" y="21"/>
                  </a:cubicBezTo>
                  <a:cubicBezTo>
                    <a:pt x="28" y="23"/>
                    <a:pt x="27" y="26"/>
                    <a:pt x="27" y="29"/>
                  </a:cubicBezTo>
                  <a:cubicBezTo>
                    <a:pt x="27" y="32"/>
                    <a:pt x="28" y="35"/>
                    <a:pt x="31" y="37"/>
                  </a:cubicBezTo>
                  <a:cubicBezTo>
                    <a:pt x="33" y="39"/>
                    <a:pt x="38" y="41"/>
                    <a:pt x="45" y="42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72" y="48"/>
                    <a:pt x="82" y="52"/>
                    <a:pt x="87" y="56"/>
                  </a:cubicBezTo>
                  <a:cubicBezTo>
                    <a:pt x="92" y="61"/>
                    <a:pt x="94" y="67"/>
                    <a:pt x="94" y="75"/>
                  </a:cubicBezTo>
                  <a:cubicBezTo>
                    <a:pt x="94" y="86"/>
                    <a:pt x="90" y="94"/>
                    <a:pt x="82" y="100"/>
                  </a:cubicBezTo>
                  <a:cubicBezTo>
                    <a:pt x="73" y="106"/>
                    <a:pt x="62" y="109"/>
                    <a:pt x="47" y="109"/>
                  </a:cubicBezTo>
                  <a:cubicBezTo>
                    <a:pt x="32" y="109"/>
                    <a:pt x="20" y="106"/>
                    <a:pt x="12" y="100"/>
                  </a:cubicBezTo>
                  <a:cubicBezTo>
                    <a:pt x="4" y="94"/>
                    <a:pt x="0" y="85"/>
                    <a:pt x="0" y="7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9"/>
                    <a:pt x="26" y="84"/>
                    <a:pt x="30" y="87"/>
                  </a:cubicBezTo>
                  <a:cubicBezTo>
                    <a:pt x="34" y="90"/>
                    <a:pt x="41" y="91"/>
                    <a:pt x="49" y="91"/>
                  </a:cubicBezTo>
                  <a:cubicBezTo>
                    <a:pt x="56" y="91"/>
                    <a:pt x="61" y="90"/>
                    <a:pt x="65" y="88"/>
                  </a:cubicBezTo>
                  <a:cubicBezTo>
                    <a:pt x="69" y="85"/>
                    <a:pt x="71" y="82"/>
                    <a:pt x="71" y="78"/>
                  </a:cubicBezTo>
                  <a:cubicBezTo>
                    <a:pt x="71" y="75"/>
                    <a:pt x="70" y="72"/>
                    <a:pt x="67" y="71"/>
                  </a:cubicBezTo>
                  <a:cubicBezTo>
                    <a:pt x="65" y="69"/>
                    <a:pt x="61" y="67"/>
                    <a:pt x="54" y="66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25" y="59"/>
                    <a:pt x="16" y="55"/>
                    <a:pt x="11" y="51"/>
                  </a:cubicBezTo>
                  <a:cubicBezTo>
                    <a:pt x="6" y="46"/>
                    <a:pt x="3" y="40"/>
                    <a:pt x="3" y="32"/>
                  </a:cubicBezTo>
                  <a:cubicBezTo>
                    <a:pt x="3" y="23"/>
                    <a:pt x="7" y="15"/>
                    <a:pt x="15" y="9"/>
                  </a:cubicBezTo>
                  <a:cubicBezTo>
                    <a:pt x="23" y="3"/>
                    <a:pt x="33" y="0"/>
                    <a:pt x="46" y="0"/>
                  </a:cubicBezTo>
                  <a:cubicBezTo>
                    <a:pt x="60" y="0"/>
                    <a:pt x="71" y="3"/>
                    <a:pt x="79" y="9"/>
                  </a:cubicBezTo>
                  <a:cubicBezTo>
                    <a:pt x="87" y="15"/>
                    <a:pt x="91" y="23"/>
                    <a:pt x="91" y="33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5" name="Freeform 70">
              <a:extLst>
                <a:ext uri="{FF2B5EF4-FFF2-40B4-BE49-F238E27FC236}">
                  <a16:creationId xmlns:a16="http://schemas.microsoft.com/office/drawing/2014/main" id="{EAAAAF73-3494-4DB6-B5E8-CCA39EC3E8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0276" y="3860801"/>
              <a:ext cx="280988" cy="306388"/>
            </a:xfrm>
            <a:custGeom>
              <a:avLst/>
              <a:gdLst>
                <a:gd name="T0" fmla="*/ 100 w 100"/>
                <a:gd name="T1" fmla="*/ 61 h 109"/>
                <a:gd name="T2" fmla="*/ 24 w 100"/>
                <a:gd name="T3" fmla="*/ 61 h 109"/>
                <a:gd name="T4" fmla="*/ 31 w 100"/>
                <a:gd name="T5" fmla="*/ 83 h 109"/>
                <a:gd name="T6" fmla="*/ 51 w 100"/>
                <a:gd name="T7" fmla="*/ 91 h 109"/>
                <a:gd name="T8" fmla="*/ 67 w 100"/>
                <a:gd name="T9" fmla="*/ 86 h 109"/>
                <a:gd name="T10" fmla="*/ 76 w 100"/>
                <a:gd name="T11" fmla="*/ 74 h 109"/>
                <a:gd name="T12" fmla="*/ 99 w 100"/>
                <a:gd name="T13" fmla="*/ 74 h 109"/>
                <a:gd name="T14" fmla="*/ 82 w 100"/>
                <a:gd name="T15" fmla="*/ 100 h 109"/>
                <a:gd name="T16" fmla="*/ 50 w 100"/>
                <a:gd name="T17" fmla="*/ 109 h 109"/>
                <a:gd name="T18" fmla="*/ 13 w 100"/>
                <a:gd name="T19" fmla="*/ 95 h 109"/>
                <a:gd name="T20" fmla="*/ 0 w 100"/>
                <a:gd name="T21" fmla="*/ 55 h 109"/>
                <a:gd name="T22" fmla="*/ 13 w 100"/>
                <a:gd name="T23" fmla="*/ 15 h 109"/>
                <a:gd name="T24" fmla="*/ 51 w 100"/>
                <a:gd name="T25" fmla="*/ 0 h 109"/>
                <a:gd name="T26" fmla="*/ 87 w 100"/>
                <a:gd name="T27" fmla="*/ 14 h 109"/>
                <a:gd name="T28" fmla="*/ 100 w 100"/>
                <a:gd name="T29" fmla="*/ 53 h 109"/>
                <a:gd name="T30" fmla="*/ 100 w 100"/>
                <a:gd name="T31" fmla="*/ 60 h 109"/>
                <a:gd name="T32" fmla="*/ 100 w 100"/>
                <a:gd name="T33" fmla="*/ 61 h 109"/>
                <a:gd name="T34" fmla="*/ 76 w 100"/>
                <a:gd name="T35" fmla="*/ 45 h 109"/>
                <a:gd name="T36" fmla="*/ 69 w 100"/>
                <a:gd name="T37" fmla="*/ 26 h 109"/>
                <a:gd name="T38" fmla="*/ 50 w 100"/>
                <a:gd name="T39" fmla="*/ 19 h 109"/>
                <a:gd name="T40" fmla="*/ 31 w 100"/>
                <a:gd name="T41" fmla="*/ 26 h 109"/>
                <a:gd name="T42" fmla="*/ 24 w 100"/>
                <a:gd name="T43" fmla="*/ 45 h 109"/>
                <a:gd name="T44" fmla="*/ 76 w 100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09">
                  <a:moveTo>
                    <a:pt x="100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4" y="70"/>
                    <a:pt x="26" y="78"/>
                    <a:pt x="31" y="83"/>
                  </a:cubicBezTo>
                  <a:cubicBezTo>
                    <a:pt x="36" y="88"/>
                    <a:pt x="43" y="91"/>
                    <a:pt x="51" y="91"/>
                  </a:cubicBezTo>
                  <a:cubicBezTo>
                    <a:pt x="58" y="91"/>
                    <a:pt x="63" y="89"/>
                    <a:pt x="67" y="86"/>
                  </a:cubicBezTo>
                  <a:cubicBezTo>
                    <a:pt x="71" y="83"/>
                    <a:pt x="74" y="79"/>
                    <a:pt x="76" y="74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97" y="85"/>
                    <a:pt x="91" y="93"/>
                    <a:pt x="82" y="100"/>
                  </a:cubicBezTo>
                  <a:cubicBezTo>
                    <a:pt x="73" y="106"/>
                    <a:pt x="62" y="109"/>
                    <a:pt x="50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4"/>
                    <a:pt x="13" y="15"/>
                  </a:cubicBezTo>
                  <a:cubicBezTo>
                    <a:pt x="22" y="5"/>
                    <a:pt x="35" y="0"/>
                    <a:pt x="51" y="0"/>
                  </a:cubicBezTo>
                  <a:cubicBezTo>
                    <a:pt x="66" y="0"/>
                    <a:pt x="78" y="5"/>
                    <a:pt x="87" y="14"/>
                  </a:cubicBezTo>
                  <a:cubicBezTo>
                    <a:pt x="96" y="24"/>
                    <a:pt x="100" y="37"/>
                    <a:pt x="100" y="53"/>
                  </a:cubicBezTo>
                  <a:cubicBezTo>
                    <a:pt x="100" y="55"/>
                    <a:pt x="100" y="57"/>
                    <a:pt x="100" y="60"/>
                  </a:cubicBezTo>
                  <a:cubicBezTo>
                    <a:pt x="100" y="61"/>
                    <a:pt x="100" y="61"/>
                    <a:pt x="100" y="61"/>
                  </a:cubicBezTo>
                  <a:close/>
                  <a:moveTo>
                    <a:pt x="76" y="45"/>
                  </a:moveTo>
                  <a:cubicBezTo>
                    <a:pt x="76" y="37"/>
                    <a:pt x="74" y="30"/>
                    <a:pt x="69" y="26"/>
                  </a:cubicBezTo>
                  <a:cubicBezTo>
                    <a:pt x="65" y="21"/>
                    <a:pt x="58" y="19"/>
                    <a:pt x="50" y="19"/>
                  </a:cubicBezTo>
                  <a:cubicBezTo>
                    <a:pt x="42" y="19"/>
                    <a:pt x="36" y="21"/>
                    <a:pt x="31" y="26"/>
                  </a:cubicBezTo>
                  <a:cubicBezTo>
                    <a:pt x="27" y="30"/>
                    <a:pt x="24" y="37"/>
                    <a:pt x="24" y="45"/>
                  </a:cubicBezTo>
                  <a:lnTo>
                    <a:pt x="76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" name="Freeform 71">
              <a:extLst>
                <a:ext uri="{FF2B5EF4-FFF2-40B4-BE49-F238E27FC236}">
                  <a16:creationId xmlns:a16="http://schemas.microsoft.com/office/drawing/2014/main" id="{BF9B78AB-1B43-4528-8ABD-15A9297AA7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0951" y="3860801"/>
              <a:ext cx="293688" cy="306388"/>
            </a:xfrm>
            <a:custGeom>
              <a:avLst/>
              <a:gdLst>
                <a:gd name="T0" fmla="*/ 72 w 105"/>
                <a:gd name="T1" fmla="*/ 93 h 109"/>
                <a:gd name="T2" fmla="*/ 56 w 105"/>
                <a:gd name="T3" fmla="*/ 105 h 109"/>
                <a:gd name="T4" fmla="*/ 36 w 105"/>
                <a:gd name="T5" fmla="*/ 109 h 109"/>
                <a:gd name="T6" fmla="*/ 10 w 105"/>
                <a:gd name="T7" fmla="*/ 101 h 109"/>
                <a:gd name="T8" fmla="*/ 0 w 105"/>
                <a:gd name="T9" fmla="*/ 79 h 109"/>
                <a:gd name="T10" fmla="*/ 10 w 105"/>
                <a:gd name="T11" fmla="*/ 56 h 109"/>
                <a:gd name="T12" fmla="*/ 47 w 105"/>
                <a:gd name="T13" fmla="*/ 45 h 109"/>
                <a:gd name="T14" fmla="*/ 49 w 105"/>
                <a:gd name="T15" fmla="*/ 44 h 109"/>
                <a:gd name="T16" fmla="*/ 71 w 105"/>
                <a:gd name="T17" fmla="*/ 33 h 109"/>
                <a:gd name="T18" fmla="*/ 66 w 105"/>
                <a:gd name="T19" fmla="*/ 22 h 109"/>
                <a:gd name="T20" fmla="*/ 49 w 105"/>
                <a:gd name="T21" fmla="*/ 18 h 109"/>
                <a:gd name="T22" fmla="*/ 32 w 105"/>
                <a:gd name="T23" fmla="*/ 22 h 109"/>
                <a:gd name="T24" fmla="*/ 27 w 105"/>
                <a:gd name="T25" fmla="*/ 34 h 109"/>
                <a:gd name="T26" fmla="*/ 27 w 105"/>
                <a:gd name="T27" fmla="*/ 35 h 109"/>
                <a:gd name="T28" fmla="*/ 5 w 105"/>
                <a:gd name="T29" fmla="*/ 35 h 109"/>
                <a:gd name="T30" fmla="*/ 5 w 105"/>
                <a:gd name="T31" fmla="*/ 33 h 109"/>
                <a:gd name="T32" fmla="*/ 17 w 105"/>
                <a:gd name="T33" fmla="*/ 9 h 109"/>
                <a:gd name="T34" fmla="*/ 50 w 105"/>
                <a:gd name="T35" fmla="*/ 0 h 109"/>
                <a:gd name="T36" fmla="*/ 82 w 105"/>
                <a:gd name="T37" fmla="*/ 8 h 109"/>
                <a:gd name="T38" fmla="*/ 94 w 105"/>
                <a:gd name="T39" fmla="*/ 31 h 109"/>
                <a:gd name="T40" fmla="*/ 94 w 105"/>
                <a:gd name="T41" fmla="*/ 81 h 109"/>
                <a:gd name="T42" fmla="*/ 95 w 105"/>
                <a:gd name="T43" fmla="*/ 89 h 109"/>
                <a:gd name="T44" fmla="*/ 100 w 105"/>
                <a:gd name="T45" fmla="*/ 91 h 109"/>
                <a:gd name="T46" fmla="*/ 102 w 105"/>
                <a:gd name="T47" fmla="*/ 91 h 109"/>
                <a:gd name="T48" fmla="*/ 105 w 105"/>
                <a:gd name="T49" fmla="*/ 91 h 109"/>
                <a:gd name="T50" fmla="*/ 105 w 105"/>
                <a:gd name="T51" fmla="*/ 106 h 109"/>
                <a:gd name="T52" fmla="*/ 99 w 105"/>
                <a:gd name="T53" fmla="*/ 108 h 109"/>
                <a:gd name="T54" fmla="*/ 93 w 105"/>
                <a:gd name="T55" fmla="*/ 108 h 109"/>
                <a:gd name="T56" fmla="*/ 77 w 105"/>
                <a:gd name="T57" fmla="*/ 104 h 109"/>
                <a:gd name="T58" fmla="*/ 72 w 105"/>
                <a:gd name="T59" fmla="*/ 93 h 109"/>
                <a:gd name="T60" fmla="*/ 71 w 105"/>
                <a:gd name="T61" fmla="*/ 55 h 109"/>
                <a:gd name="T62" fmla="*/ 48 w 105"/>
                <a:gd name="T63" fmla="*/ 60 h 109"/>
                <a:gd name="T64" fmla="*/ 39 w 105"/>
                <a:gd name="T65" fmla="*/ 62 h 109"/>
                <a:gd name="T66" fmla="*/ 27 w 105"/>
                <a:gd name="T67" fmla="*/ 67 h 109"/>
                <a:gd name="T68" fmla="*/ 23 w 105"/>
                <a:gd name="T69" fmla="*/ 77 h 109"/>
                <a:gd name="T70" fmla="*/ 28 w 105"/>
                <a:gd name="T71" fmla="*/ 88 h 109"/>
                <a:gd name="T72" fmla="*/ 41 w 105"/>
                <a:gd name="T73" fmla="*/ 92 h 109"/>
                <a:gd name="T74" fmla="*/ 62 w 105"/>
                <a:gd name="T75" fmla="*/ 85 h 109"/>
                <a:gd name="T76" fmla="*/ 71 w 105"/>
                <a:gd name="T77" fmla="*/ 68 h 109"/>
                <a:gd name="T78" fmla="*/ 71 w 105"/>
                <a:gd name="T79" fmla="*/ 5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5" h="109">
                  <a:moveTo>
                    <a:pt x="72" y="93"/>
                  </a:moveTo>
                  <a:cubicBezTo>
                    <a:pt x="67" y="98"/>
                    <a:pt x="62" y="102"/>
                    <a:pt x="56" y="105"/>
                  </a:cubicBezTo>
                  <a:cubicBezTo>
                    <a:pt x="50" y="108"/>
                    <a:pt x="43" y="109"/>
                    <a:pt x="36" y="109"/>
                  </a:cubicBezTo>
                  <a:cubicBezTo>
                    <a:pt x="25" y="109"/>
                    <a:pt x="16" y="107"/>
                    <a:pt x="10" y="101"/>
                  </a:cubicBezTo>
                  <a:cubicBezTo>
                    <a:pt x="3" y="96"/>
                    <a:pt x="0" y="89"/>
                    <a:pt x="0" y="79"/>
                  </a:cubicBezTo>
                  <a:cubicBezTo>
                    <a:pt x="0" y="69"/>
                    <a:pt x="4" y="61"/>
                    <a:pt x="10" y="56"/>
                  </a:cubicBezTo>
                  <a:cubicBezTo>
                    <a:pt x="17" y="50"/>
                    <a:pt x="29" y="47"/>
                    <a:pt x="47" y="45"/>
                  </a:cubicBezTo>
                  <a:cubicBezTo>
                    <a:pt x="47" y="45"/>
                    <a:pt x="48" y="45"/>
                    <a:pt x="49" y="44"/>
                  </a:cubicBezTo>
                  <a:cubicBezTo>
                    <a:pt x="64" y="43"/>
                    <a:pt x="71" y="39"/>
                    <a:pt x="71" y="33"/>
                  </a:cubicBezTo>
                  <a:cubicBezTo>
                    <a:pt x="71" y="28"/>
                    <a:pt x="69" y="24"/>
                    <a:pt x="66" y="22"/>
                  </a:cubicBezTo>
                  <a:cubicBezTo>
                    <a:pt x="62" y="19"/>
                    <a:pt x="56" y="18"/>
                    <a:pt x="49" y="18"/>
                  </a:cubicBezTo>
                  <a:cubicBezTo>
                    <a:pt x="42" y="18"/>
                    <a:pt x="36" y="20"/>
                    <a:pt x="32" y="22"/>
                  </a:cubicBezTo>
                  <a:cubicBezTo>
                    <a:pt x="29" y="25"/>
                    <a:pt x="27" y="29"/>
                    <a:pt x="27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23"/>
                    <a:pt x="9" y="15"/>
                    <a:pt x="17" y="9"/>
                  </a:cubicBezTo>
                  <a:cubicBezTo>
                    <a:pt x="25" y="3"/>
                    <a:pt x="36" y="0"/>
                    <a:pt x="50" y="0"/>
                  </a:cubicBezTo>
                  <a:cubicBezTo>
                    <a:pt x="64" y="0"/>
                    <a:pt x="75" y="3"/>
                    <a:pt x="82" y="8"/>
                  </a:cubicBezTo>
                  <a:cubicBezTo>
                    <a:pt x="90" y="13"/>
                    <a:pt x="94" y="21"/>
                    <a:pt x="94" y="31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85"/>
                    <a:pt x="94" y="88"/>
                    <a:pt x="95" y="89"/>
                  </a:cubicBezTo>
                  <a:cubicBezTo>
                    <a:pt x="96" y="90"/>
                    <a:pt x="98" y="91"/>
                    <a:pt x="100" y="91"/>
                  </a:cubicBezTo>
                  <a:cubicBezTo>
                    <a:pt x="101" y="91"/>
                    <a:pt x="101" y="91"/>
                    <a:pt x="102" y="91"/>
                  </a:cubicBezTo>
                  <a:cubicBezTo>
                    <a:pt x="102" y="91"/>
                    <a:pt x="103" y="91"/>
                    <a:pt x="105" y="91"/>
                  </a:cubicBezTo>
                  <a:cubicBezTo>
                    <a:pt x="105" y="106"/>
                    <a:pt x="105" y="106"/>
                    <a:pt x="105" y="106"/>
                  </a:cubicBezTo>
                  <a:cubicBezTo>
                    <a:pt x="103" y="107"/>
                    <a:pt x="101" y="107"/>
                    <a:pt x="99" y="108"/>
                  </a:cubicBezTo>
                  <a:cubicBezTo>
                    <a:pt x="97" y="108"/>
                    <a:pt x="95" y="108"/>
                    <a:pt x="93" y="108"/>
                  </a:cubicBezTo>
                  <a:cubicBezTo>
                    <a:pt x="86" y="108"/>
                    <a:pt x="81" y="107"/>
                    <a:pt x="77" y="104"/>
                  </a:cubicBezTo>
                  <a:cubicBezTo>
                    <a:pt x="74" y="102"/>
                    <a:pt x="72" y="98"/>
                    <a:pt x="72" y="93"/>
                  </a:cubicBezTo>
                  <a:close/>
                  <a:moveTo>
                    <a:pt x="71" y="55"/>
                  </a:moveTo>
                  <a:cubicBezTo>
                    <a:pt x="66" y="57"/>
                    <a:pt x="58" y="59"/>
                    <a:pt x="48" y="60"/>
                  </a:cubicBezTo>
                  <a:cubicBezTo>
                    <a:pt x="44" y="61"/>
                    <a:pt x="41" y="61"/>
                    <a:pt x="39" y="62"/>
                  </a:cubicBezTo>
                  <a:cubicBezTo>
                    <a:pt x="34" y="63"/>
                    <a:pt x="30" y="65"/>
                    <a:pt x="27" y="67"/>
                  </a:cubicBezTo>
                  <a:cubicBezTo>
                    <a:pt x="24" y="70"/>
                    <a:pt x="23" y="73"/>
                    <a:pt x="23" y="77"/>
                  </a:cubicBezTo>
                  <a:cubicBezTo>
                    <a:pt x="23" y="82"/>
                    <a:pt x="25" y="85"/>
                    <a:pt x="28" y="88"/>
                  </a:cubicBezTo>
                  <a:cubicBezTo>
                    <a:pt x="31" y="91"/>
                    <a:pt x="35" y="92"/>
                    <a:pt x="41" y="92"/>
                  </a:cubicBezTo>
                  <a:cubicBezTo>
                    <a:pt x="50" y="92"/>
                    <a:pt x="57" y="90"/>
                    <a:pt x="62" y="85"/>
                  </a:cubicBezTo>
                  <a:cubicBezTo>
                    <a:pt x="68" y="80"/>
                    <a:pt x="71" y="75"/>
                    <a:pt x="71" y="68"/>
                  </a:cubicBezTo>
                  <a:lnTo>
                    <a:pt x="71" y="5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" name="Freeform 72">
              <a:extLst>
                <a:ext uri="{FF2B5EF4-FFF2-40B4-BE49-F238E27FC236}">
                  <a16:creationId xmlns:a16="http://schemas.microsoft.com/office/drawing/2014/main" id="{B73164C5-E329-438B-A13A-7C850A2D4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088" y="3863976"/>
              <a:ext cx="160338" cy="295275"/>
            </a:xfrm>
            <a:custGeom>
              <a:avLst/>
              <a:gdLst>
                <a:gd name="T0" fmla="*/ 57 w 57"/>
                <a:gd name="T1" fmla="*/ 1 h 105"/>
                <a:gd name="T2" fmla="*/ 57 w 57"/>
                <a:gd name="T3" fmla="*/ 23 h 105"/>
                <a:gd name="T4" fmla="*/ 51 w 57"/>
                <a:gd name="T5" fmla="*/ 23 h 105"/>
                <a:gd name="T6" fmla="*/ 30 w 57"/>
                <a:gd name="T7" fmla="*/ 30 h 105"/>
                <a:gd name="T8" fmla="*/ 23 w 57"/>
                <a:gd name="T9" fmla="*/ 49 h 105"/>
                <a:gd name="T10" fmla="*/ 23 w 57"/>
                <a:gd name="T11" fmla="*/ 105 h 105"/>
                <a:gd name="T12" fmla="*/ 0 w 57"/>
                <a:gd name="T13" fmla="*/ 105 h 105"/>
                <a:gd name="T14" fmla="*/ 0 w 57"/>
                <a:gd name="T15" fmla="*/ 3 h 105"/>
                <a:gd name="T16" fmla="*/ 22 w 57"/>
                <a:gd name="T17" fmla="*/ 3 h 105"/>
                <a:gd name="T18" fmla="*/ 22 w 57"/>
                <a:gd name="T19" fmla="*/ 21 h 105"/>
                <a:gd name="T20" fmla="*/ 34 w 57"/>
                <a:gd name="T21" fmla="*/ 5 h 105"/>
                <a:gd name="T22" fmla="*/ 52 w 57"/>
                <a:gd name="T23" fmla="*/ 0 h 105"/>
                <a:gd name="T24" fmla="*/ 53 w 57"/>
                <a:gd name="T25" fmla="*/ 0 h 105"/>
                <a:gd name="T26" fmla="*/ 57 w 57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105">
                  <a:moveTo>
                    <a:pt x="57" y="1"/>
                  </a:moveTo>
                  <a:cubicBezTo>
                    <a:pt x="57" y="23"/>
                    <a:pt x="57" y="23"/>
                    <a:pt x="57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5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39" y="2"/>
                    <a:pt x="45" y="0"/>
                    <a:pt x="52" y="0"/>
                  </a:cubicBezTo>
                  <a:cubicBezTo>
                    <a:pt x="52" y="0"/>
                    <a:pt x="52" y="0"/>
                    <a:pt x="53" y="0"/>
                  </a:cubicBezTo>
                  <a:cubicBezTo>
                    <a:pt x="54" y="0"/>
                    <a:pt x="56" y="1"/>
                    <a:pt x="57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Freeform 73">
              <a:extLst>
                <a:ext uri="{FF2B5EF4-FFF2-40B4-BE49-F238E27FC236}">
                  <a16:creationId xmlns:a16="http://schemas.microsoft.com/office/drawing/2014/main" id="{EABEC1C1-0D2C-498B-B412-F421F3E44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3860801"/>
              <a:ext cx="274638" cy="306388"/>
            </a:xfrm>
            <a:custGeom>
              <a:avLst/>
              <a:gdLst>
                <a:gd name="T0" fmla="*/ 98 w 98"/>
                <a:gd name="T1" fmla="*/ 39 h 109"/>
                <a:gd name="T2" fmla="*/ 75 w 98"/>
                <a:gd name="T3" fmla="*/ 39 h 109"/>
                <a:gd name="T4" fmla="*/ 68 w 98"/>
                <a:gd name="T5" fmla="*/ 24 h 109"/>
                <a:gd name="T6" fmla="*/ 51 w 98"/>
                <a:gd name="T7" fmla="*/ 19 h 109"/>
                <a:gd name="T8" fmla="*/ 31 w 98"/>
                <a:gd name="T9" fmla="*/ 28 h 109"/>
                <a:gd name="T10" fmla="*/ 24 w 98"/>
                <a:gd name="T11" fmla="*/ 55 h 109"/>
                <a:gd name="T12" fmla="*/ 31 w 98"/>
                <a:gd name="T13" fmla="*/ 81 h 109"/>
                <a:gd name="T14" fmla="*/ 51 w 98"/>
                <a:gd name="T15" fmla="*/ 90 h 109"/>
                <a:gd name="T16" fmla="*/ 68 w 98"/>
                <a:gd name="T17" fmla="*/ 85 h 109"/>
                <a:gd name="T18" fmla="*/ 76 w 98"/>
                <a:gd name="T19" fmla="*/ 69 h 109"/>
                <a:gd name="T20" fmla="*/ 98 w 98"/>
                <a:gd name="T21" fmla="*/ 69 h 109"/>
                <a:gd name="T22" fmla="*/ 83 w 98"/>
                <a:gd name="T23" fmla="*/ 99 h 109"/>
                <a:gd name="T24" fmla="*/ 49 w 98"/>
                <a:gd name="T25" fmla="*/ 109 h 109"/>
                <a:gd name="T26" fmla="*/ 13 w 98"/>
                <a:gd name="T27" fmla="*/ 95 h 109"/>
                <a:gd name="T28" fmla="*/ 0 w 98"/>
                <a:gd name="T29" fmla="*/ 55 h 109"/>
                <a:gd name="T30" fmla="*/ 14 w 98"/>
                <a:gd name="T31" fmla="*/ 15 h 109"/>
                <a:gd name="T32" fmla="*/ 51 w 98"/>
                <a:gd name="T33" fmla="*/ 0 h 109"/>
                <a:gd name="T34" fmla="*/ 84 w 98"/>
                <a:gd name="T35" fmla="*/ 11 h 109"/>
                <a:gd name="T36" fmla="*/ 98 w 98"/>
                <a:gd name="T37" fmla="*/ 3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8" h="109">
                  <a:moveTo>
                    <a:pt x="98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5" y="33"/>
                    <a:pt x="72" y="28"/>
                    <a:pt x="68" y="24"/>
                  </a:cubicBezTo>
                  <a:cubicBezTo>
                    <a:pt x="64" y="21"/>
                    <a:pt x="58" y="19"/>
                    <a:pt x="51" y="19"/>
                  </a:cubicBezTo>
                  <a:cubicBezTo>
                    <a:pt x="42" y="19"/>
                    <a:pt x="36" y="22"/>
                    <a:pt x="31" y="28"/>
                  </a:cubicBezTo>
                  <a:cubicBezTo>
                    <a:pt x="26" y="34"/>
                    <a:pt x="24" y="43"/>
                    <a:pt x="24" y="55"/>
                  </a:cubicBezTo>
                  <a:cubicBezTo>
                    <a:pt x="24" y="66"/>
                    <a:pt x="26" y="75"/>
                    <a:pt x="31" y="81"/>
                  </a:cubicBezTo>
                  <a:cubicBezTo>
                    <a:pt x="35" y="87"/>
                    <a:pt x="42" y="90"/>
                    <a:pt x="51" y="90"/>
                  </a:cubicBezTo>
                  <a:cubicBezTo>
                    <a:pt x="58" y="90"/>
                    <a:pt x="63" y="88"/>
                    <a:pt x="68" y="85"/>
                  </a:cubicBezTo>
                  <a:cubicBezTo>
                    <a:pt x="72" y="81"/>
                    <a:pt x="75" y="76"/>
                    <a:pt x="76" y="69"/>
                  </a:cubicBezTo>
                  <a:cubicBezTo>
                    <a:pt x="98" y="69"/>
                    <a:pt x="98" y="69"/>
                    <a:pt x="98" y="69"/>
                  </a:cubicBezTo>
                  <a:cubicBezTo>
                    <a:pt x="97" y="81"/>
                    <a:pt x="92" y="91"/>
                    <a:pt x="83" y="99"/>
                  </a:cubicBezTo>
                  <a:cubicBezTo>
                    <a:pt x="75" y="106"/>
                    <a:pt x="63" y="109"/>
                    <a:pt x="49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5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5" y="0"/>
                    <a:pt x="76" y="4"/>
                    <a:pt x="84" y="11"/>
                  </a:cubicBezTo>
                  <a:cubicBezTo>
                    <a:pt x="93" y="17"/>
                    <a:pt x="97" y="27"/>
                    <a:pt x="98" y="39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" name="Freeform 74">
              <a:extLst>
                <a:ext uri="{FF2B5EF4-FFF2-40B4-BE49-F238E27FC236}">
                  <a16:creationId xmlns:a16="http://schemas.microsoft.com/office/drawing/2014/main" id="{E5A922B6-AB05-45B2-A856-59901339D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01" y="3765551"/>
              <a:ext cx="265113" cy="393700"/>
            </a:xfrm>
            <a:custGeom>
              <a:avLst/>
              <a:gdLst>
                <a:gd name="T0" fmla="*/ 0 w 95"/>
                <a:gd name="T1" fmla="*/ 0 h 140"/>
                <a:gd name="T2" fmla="*/ 24 w 95"/>
                <a:gd name="T3" fmla="*/ 0 h 140"/>
                <a:gd name="T4" fmla="*/ 24 w 95"/>
                <a:gd name="T5" fmla="*/ 51 h 140"/>
                <a:gd name="T6" fmla="*/ 37 w 95"/>
                <a:gd name="T7" fmla="*/ 39 h 140"/>
                <a:gd name="T8" fmla="*/ 57 w 95"/>
                <a:gd name="T9" fmla="*/ 35 h 140"/>
                <a:gd name="T10" fmla="*/ 85 w 95"/>
                <a:gd name="T11" fmla="*/ 43 h 140"/>
                <a:gd name="T12" fmla="*/ 94 w 95"/>
                <a:gd name="T13" fmla="*/ 67 h 140"/>
                <a:gd name="T14" fmla="*/ 94 w 95"/>
                <a:gd name="T15" fmla="*/ 71 h 140"/>
                <a:gd name="T16" fmla="*/ 95 w 95"/>
                <a:gd name="T17" fmla="*/ 77 h 140"/>
                <a:gd name="T18" fmla="*/ 95 w 95"/>
                <a:gd name="T19" fmla="*/ 140 h 140"/>
                <a:gd name="T20" fmla="*/ 71 w 95"/>
                <a:gd name="T21" fmla="*/ 140 h 140"/>
                <a:gd name="T22" fmla="*/ 71 w 95"/>
                <a:gd name="T23" fmla="*/ 77 h 140"/>
                <a:gd name="T24" fmla="*/ 66 w 95"/>
                <a:gd name="T25" fmla="*/ 59 h 140"/>
                <a:gd name="T26" fmla="*/ 50 w 95"/>
                <a:gd name="T27" fmla="*/ 54 h 140"/>
                <a:gd name="T28" fmla="*/ 31 w 95"/>
                <a:gd name="T29" fmla="*/ 61 h 140"/>
                <a:gd name="T30" fmla="*/ 24 w 95"/>
                <a:gd name="T31" fmla="*/ 79 h 140"/>
                <a:gd name="T32" fmla="*/ 24 w 95"/>
                <a:gd name="T33" fmla="*/ 140 h 140"/>
                <a:gd name="T34" fmla="*/ 0 w 95"/>
                <a:gd name="T35" fmla="*/ 140 h 140"/>
                <a:gd name="T36" fmla="*/ 0 w 95"/>
                <a:gd name="T3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140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7" y="46"/>
                    <a:pt x="32" y="42"/>
                    <a:pt x="37" y="39"/>
                  </a:cubicBezTo>
                  <a:cubicBezTo>
                    <a:pt x="43" y="37"/>
                    <a:pt x="50" y="35"/>
                    <a:pt x="57" y="35"/>
                  </a:cubicBezTo>
                  <a:cubicBezTo>
                    <a:pt x="69" y="35"/>
                    <a:pt x="78" y="38"/>
                    <a:pt x="85" y="43"/>
                  </a:cubicBezTo>
                  <a:cubicBezTo>
                    <a:pt x="91" y="49"/>
                    <a:pt x="94" y="57"/>
                    <a:pt x="94" y="67"/>
                  </a:cubicBezTo>
                  <a:cubicBezTo>
                    <a:pt x="94" y="68"/>
                    <a:pt x="94" y="69"/>
                    <a:pt x="94" y="71"/>
                  </a:cubicBezTo>
                  <a:cubicBezTo>
                    <a:pt x="95" y="73"/>
                    <a:pt x="95" y="75"/>
                    <a:pt x="95" y="77"/>
                  </a:cubicBezTo>
                  <a:cubicBezTo>
                    <a:pt x="95" y="140"/>
                    <a:pt x="95" y="140"/>
                    <a:pt x="95" y="140"/>
                  </a:cubicBezTo>
                  <a:cubicBezTo>
                    <a:pt x="71" y="140"/>
                    <a:pt x="71" y="140"/>
                    <a:pt x="71" y="140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69"/>
                    <a:pt x="70" y="63"/>
                    <a:pt x="66" y="59"/>
                  </a:cubicBezTo>
                  <a:cubicBezTo>
                    <a:pt x="63" y="56"/>
                    <a:pt x="58" y="54"/>
                    <a:pt x="50" y="54"/>
                  </a:cubicBezTo>
                  <a:cubicBezTo>
                    <a:pt x="42" y="54"/>
                    <a:pt x="36" y="56"/>
                    <a:pt x="31" y="61"/>
                  </a:cubicBezTo>
                  <a:cubicBezTo>
                    <a:pt x="26" y="65"/>
                    <a:pt x="24" y="72"/>
                    <a:pt x="24" y="79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" name="Freeform 75">
              <a:extLst>
                <a:ext uri="{FF2B5EF4-FFF2-40B4-BE49-F238E27FC236}">
                  <a16:creationId xmlns:a16="http://schemas.microsoft.com/office/drawing/2014/main" id="{4DC2189D-4C0E-47ED-8AA4-806C853EC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756026"/>
              <a:ext cx="373063" cy="414338"/>
            </a:xfrm>
            <a:custGeom>
              <a:avLst/>
              <a:gdLst>
                <a:gd name="T0" fmla="*/ 132 w 133"/>
                <a:gd name="T1" fmla="*/ 47 h 147"/>
                <a:gd name="T2" fmla="*/ 108 w 133"/>
                <a:gd name="T3" fmla="*/ 47 h 147"/>
                <a:gd name="T4" fmla="*/ 96 w 133"/>
                <a:gd name="T5" fmla="*/ 27 h 147"/>
                <a:gd name="T6" fmla="*/ 70 w 133"/>
                <a:gd name="T7" fmla="*/ 21 h 147"/>
                <a:gd name="T8" fmla="*/ 37 w 133"/>
                <a:gd name="T9" fmla="*/ 34 h 147"/>
                <a:gd name="T10" fmla="*/ 25 w 133"/>
                <a:gd name="T11" fmla="*/ 72 h 147"/>
                <a:gd name="T12" fmla="*/ 37 w 133"/>
                <a:gd name="T13" fmla="*/ 112 h 147"/>
                <a:gd name="T14" fmla="*/ 70 w 133"/>
                <a:gd name="T15" fmla="*/ 126 h 147"/>
                <a:gd name="T16" fmla="*/ 97 w 133"/>
                <a:gd name="T17" fmla="*/ 117 h 147"/>
                <a:gd name="T18" fmla="*/ 109 w 133"/>
                <a:gd name="T19" fmla="*/ 93 h 147"/>
                <a:gd name="T20" fmla="*/ 133 w 133"/>
                <a:gd name="T21" fmla="*/ 93 h 147"/>
                <a:gd name="T22" fmla="*/ 114 w 133"/>
                <a:gd name="T23" fmla="*/ 132 h 147"/>
                <a:gd name="T24" fmla="*/ 69 w 133"/>
                <a:gd name="T25" fmla="*/ 147 h 147"/>
                <a:gd name="T26" fmla="*/ 18 w 133"/>
                <a:gd name="T27" fmla="*/ 127 h 147"/>
                <a:gd name="T28" fmla="*/ 0 w 133"/>
                <a:gd name="T29" fmla="*/ 73 h 147"/>
                <a:gd name="T30" fmla="*/ 18 w 133"/>
                <a:gd name="T31" fmla="*/ 19 h 147"/>
                <a:gd name="T32" fmla="*/ 70 w 133"/>
                <a:gd name="T33" fmla="*/ 0 h 147"/>
                <a:gd name="T34" fmla="*/ 114 w 133"/>
                <a:gd name="T35" fmla="*/ 12 h 147"/>
                <a:gd name="T36" fmla="*/ 132 w 133"/>
                <a:gd name="T37" fmla="*/ 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7">
                  <a:moveTo>
                    <a:pt x="132" y="47"/>
                  </a:moveTo>
                  <a:cubicBezTo>
                    <a:pt x="108" y="47"/>
                    <a:pt x="108" y="47"/>
                    <a:pt x="108" y="47"/>
                  </a:cubicBezTo>
                  <a:cubicBezTo>
                    <a:pt x="106" y="39"/>
                    <a:pt x="102" y="32"/>
                    <a:pt x="96" y="27"/>
                  </a:cubicBezTo>
                  <a:cubicBezTo>
                    <a:pt x="89" y="23"/>
                    <a:pt x="81" y="21"/>
                    <a:pt x="70" y="21"/>
                  </a:cubicBezTo>
                  <a:cubicBezTo>
                    <a:pt x="56" y="21"/>
                    <a:pt x="45" y="25"/>
                    <a:pt x="37" y="34"/>
                  </a:cubicBezTo>
                  <a:cubicBezTo>
                    <a:pt x="29" y="43"/>
                    <a:pt x="25" y="56"/>
                    <a:pt x="25" y="72"/>
                  </a:cubicBezTo>
                  <a:cubicBezTo>
                    <a:pt x="25" y="89"/>
                    <a:pt x="29" y="102"/>
                    <a:pt x="37" y="112"/>
                  </a:cubicBezTo>
                  <a:cubicBezTo>
                    <a:pt x="45" y="121"/>
                    <a:pt x="56" y="126"/>
                    <a:pt x="70" y="126"/>
                  </a:cubicBezTo>
                  <a:cubicBezTo>
                    <a:pt x="81" y="126"/>
                    <a:pt x="90" y="123"/>
                    <a:pt x="97" y="117"/>
                  </a:cubicBezTo>
                  <a:cubicBezTo>
                    <a:pt x="104" y="111"/>
                    <a:pt x="108" y="103"/>
                    <a:pt x="109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2" y="109"/>
                    <a:pt x="126" y="122"/>
                    <a:pt x="114" y="132"/>
                  </a:cubicBezTo>
                  <a:cubicBezTo>
                    <a:pt x="102" y="142"/>
                    <a:pt x="87" y="147"/>
                    <a:pt x="69" y="147"/>
                  </a:cubicBezTo>
                  <a:cubicBezTo>
                    <a:pt x="47" y="147"/>
                    <a:pt x="30" y="140"/>
                    <a:pt x="18" y="127"/>
                  </a:cubicBezTo>
                  <a:cubicBezTo>
                    <a:pt x="6" y="114"/>
                    <a:pt x="0" y="96"/>
                    <a:pt x="0" y="73"/>
                  </a:cubicBezTo>
                  <a:cubicBezTo>
                    <a:pt x="0" y="50"/>
                    <a:pt x="6" y="32"/>
                    <a:pt x="18" y="19"/>
                  </a:cubicBezTo>
                  <a:cubicBezTo>
                    <a:pt x="31" y="6"/>
                    <a:pt x="48" y="0"/>
                    <a:pt x="70" y="0"/>
                  </a:cubicBezTo>
                  <a:cubicBezTo>
                    <a:pt x="88" y="0"/>
                    <a:pt x="103" y="4"/>
                    <a:pt x="114" y="12"/>
                  </a:cubicBezTo>
                  <a:cubicBezTo>
                    <a:pt x="125" y="21"/>
                    <a:pt x="131" y="32"/>
                    <a:pt x="132" y="47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Freeform 76">
              <a:extLst>
                <a:ext uri="{FF2B5EF4-FFF2-40B4-BE49-F238E27FC236}">
                  <a16:creationId xmlns:a16="http://schemas.microsoft.com/office/drawing/2014/main" id="{396AC2AD-FD9E-49F4-B3EA-100136367F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6466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4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8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5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" name="Freeform 77">
              <a:extLst>
                <a:ext uri="{FF2B5EF4-FFF2-40B4-BE49-F238E27FC236}">
                  <a16:creationId xmlns:a16="http://schemas.microsoft.com/office/drawing/2014/main" id="{010F8E19-FCB8-46CE-975B-0BACA8004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4388" y="3863976"/>
              <a:ext cx="265113" cy="295275"/>
            </a:xfrm>
            <a:custGeom>
              <a:avLst/>
              <a:gdLst>
                <a:gd name="T0" fmla="*/ 95 w 95"/>
                <a:gd name="T1" fmla="*/ 40 h 105"/>
                <a:gd name="T2" fmla="*/ 95 w 95"/>
                <a:gd name="T3" fmla="*/ 105 h 105"/>
                <a:gd name="T4" fmla="*/ 71 w 95"/>
                <a:gd name="T5" fmla="*/ 105 h 105"/>
                <a:gd name="T6" fmla="*/ 71 w 95"/>
                <a:gd name="T7" fmla="*/ 38 h 105"/>
                <a:gd name="T8" fmla="*/ 66 w 95"/>
                <a:gd name="T9" fmla="*/ 24 h 105"/>
                <a:gd name="T10" fmla="*/ 51 w 95"/>
                <a:gd name="T11" fmla="*/ 19 h 105"/>
                <a:gd name="T12" fmla="*/ 31 w 95"/>
                <a:gd name="T13" fmla="*/ 26 h 105"/>
                <a:gd name="T14" fmla="*/ 24 w 95"/>
                <a:gd name="T15" fmla="*/ 46 h 105"/>
                <a:gd name="T16" fmla="*/ 24 w 95"/>
                <a:gd name="T17" fmla="*/ 105 h 105"/>
                <a:gd name="T18" fmla="*/ 0 w 95"/>
                <a:gd name="T19" fmla="*/ 105 h 105"/>
                <a:gd name="T20" fmla="*/ 0 w 95"/>
                <a:gd name="T21" fmla="*/ 3 h 105"/>
                <a:gd name="T22" fmla="*/ 23 w 95"/>
                <a:gd name="T23" fmla="*/ 3 h 105"/>
                <a:gd name="T24" fmla="*/ 23 w 95"/>
                <a:gd name="T25" fmla="*/ 17 h 105"/>
                <a:gd name="T26" fmla="*/ 37 w 95"/>
                <a:gd name="T27" fmla="*/ 4 h 105"/>
                <a:gd name="T28" fmla="*/ 56 w 95"/>
                <a:gd name="T29" fmla="*/ 0 h 105"/>
                <a:gd name="T30" fmla="*/ 86 w 95"/>
                <a:gd name="T31" fmla="*/ 9 h 105"/>
                <a:gd name="T32" fmla="*/ 95 w 95"/>
                <a:gd name="T33" fmla="*/ 4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5" h="105">
                  <a:moveTo>
                    <a:pt x="95" y="40"/>
                  </a:moveTo>
                  <a:cubicBezTo>
                    <a:pt x="95" y="105"/>
                    <a:pt x="95" y="105"/>
                    <a:pt x="95" y="105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2"/>
                    <a:pt x="70" y="27"/>
                    <a:pt x="66" y="24"/>
                  </a:cubicBezTo>
                  <a:cubicBezTo>
                    <a:pt x="63" y="20"/>
                    <a:pt x="58" y="19"/>
                    <a:pt x="51" y="19"/>
                  </a:cubicBezTo>
                  <a:cubicBezTo>
                    <a:pt x="43" y="19"/>
                    <a:pt x="36" y="21"/>
                    <a:pt x="31" y="26"/>
                  </a:cubicBezTo>
                  <a:cubicBezTo>
                    <a:pt x="26" y="31"/>
                    <a:pt x="24" y="37"/>
                    <a:pt x="24" y="46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7" y="11"/>
                    <a:pt x="31" y="7"/>
                    <a:pt x="37" y="4"/>
                  </a:cubicBezTo>
                  <a:cubicBezTo>
                    <a:pt x="43" y="2"/>
                    <a:pt x="49" y="0"/>
                    <a:pt x="56" y="0"/>
                  </a:cubicBezTo>
                  <a:cubicBezTo>
                    <a:pt x="70" y="0"/>
                    <a:pt x="80" y="3"/>
                    <a:pt x="86" y="9"/>
                  </a:cubicBezTo>
                  <a:cubicBezTo>
                    <a:pt x="92" y="15"/>
                    <a:pt x="95" y="25"/>
                    <a:pt x="95" y="40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" name="Freeform 78">
              <a:extLst>
                <a:ext uri="{FF2B5EF4-FFF2-40B4-BE49-F238E27FC236}">
                  <a16:creationId xmlns:a16="http://schemas.microsoft.com/office/drawing/2014/main" id="{B0EEF8AF-8C21-45CB-BAFE-E2FD5E5A9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6013" y="3792538"/>
              <a:ext cx="160338" cy="369888"/>
            </a:xfrm>
            <a:custGeom>
              <a:avLst/>
              <a:gdLst>
                <a:gd name="T0" fmla="*/ 16 w 57"/>
                <a:gd name="T1" fmla="*/ 0 h 131"/>
                <a:gd name="T2" fmla="*/ 39 w 57"/>
                <a:gd name="T3" fmla="*/ 0 h 131"/>
                <a:gd name="T4" fmla="*/ 39 w 57"/>
                <a:gd name="T5" fmla="*/ 28 h 131"/>
                <a:gd name="T6" fmla="*/ 57 w 57"/>
                <a:gd name="T7" fmla="*/ 28 h 131"/>
                <a:gd name="T8" fmla="*/ 57 w 57"/>
                <a:gd name="T9" fmla="*/ 44 h 131"/>
                <a:gd name="T10" fmla="*/ 39 w 57"/>
                <a:gd name="T11" fmla="*/ 44 h 131"/>
                <a:gd name="T12" fmla="*/ 39 w 57"/>
                <a:gd name="T13" fmla="*/ 104 h 131"/>
                <a:gd name="T14" fmla="*/ 41 w 57"/>
                <a:gd name="T15" fmla="*/ 112 h 131"/>
                <a:gd name="T16" fmla="*/ 48 w 57"/>
                <a:gd name="T17" fmla="*/ 113 h 131"/>
                <a:gd name="T18" fmla="*/ 50 w 57"/>
                <a:gd name="T19" fmla="*/ 113 h 131"/>
                <a:gd name="T20" fmla="*/ 53 w 57"/>
                <a:gd name="T21" fmla="*/ 113 h 131"/>
                <a:gd name="T22" fmla="*/ 57 w 57"/>
                <a:gd name="T23" fmla="*/ 113 h 131"/>
                <a:gd name="T24" fmla="*/ 57 w 57"/>
                <a:gd name="T25" fmla="*/ 130 h 131"/>
                <a:gd name="T26" fmla="*/ 55 w 57"/>
                <a:gd name="T27" fmla="*/ 130 h 131"/>
                <a:gd name="T28" fmla="*/ 41 w 57"/>
                <a:gd name="T29" fmla="*/ 131 h 131"/>
                <a:gd name="T30" fmla="*/ 22 w 57"/>
                <a:gd name="T31" fmla="*/ 126 h 131"/>
                <a:gd name="T32" fmla="*/ 16 w 57"/>
                <a:gd name="T33" fmla="*/ 107 h 131"/>
                <a:gd name="T34" fmla="*/ 16 w 57"/>
                <a:gd name="T35" fmla="*/ 44 h 131"/>
                <a:gd name="T36" fmla="*/ 0 w 57"/>
                <a:gd name="T37" fmla="*/ 44 h 131"/>
                <a:gd name="T38" fmla="*/ 0 w 57"/>
                <a:gd name="T39" fmla="*/ 28 h 131"/>
                <a:gd name="T40" fmla="*/ 16 w 57"/>
                <a:gd name="T41" fmla="*/ 28 h 131"/>
                <a:gd name="T42" fmla="*/ 16 w 57"/>
                <a:gd name="T4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" h="131">
                  <a:moveTo>
                    <a:pt x="16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8"/>
                    <a:pt x="40" y="110"/>
                    <a:pt x="41" y="112"/>
                  </a:cubicBezTo>
                  <a:cubicBezTo>
                    <a:pt x="42" y="113"/>
                    <a:pt x="45" y="113"/>
                    <a:pt x="48" y="113"/>
                  </a:cubicBezTo>
                  <a:cubicBezTo>
                    <a:pt x="49" y="113"/>
                    <a:pt x="50" y="113"/>
                    <a:pt x="50" y="113"/>
                  </a:cubicBezTo>
                  <a:cubicBezTo>
                    <a:pt x="51" y="113"/>
                    <a:pt x="52" y="113"/>
                    <a:pt x="53" y="113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7" y="130"/>
                    <a:pt x="56" y="130"/>
                    <a:pt x="55" y="130"/>
                  </a:cubicBezTo>
                  <a:cubicBezTo>
                    <a:pt x="48" y="131"/>
                    <a:pt x="44" y="131"/>
                    <a:pt x="41" y="131"/>
                  </a:cubicBezTo>
                  <a:cubicBezTo>
                    <a:pt x="32" y="131"/>
                    <a:pt x="25" y="130"/>
                    <a:pt x="22" y="126"/>
                  </a:cubicBezTo>
                  <a:cubicBezTo>
                    <a:pt x="18" y="122"/>
                    <a:pt x="16" y="116"/>
                    <a:pt x="16" y="107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28"/>
                    <a:pt x="16" y="28"/>
                    <a:pt x="16" y="28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4" name="Freeform 79">
              <a:extLst>
                <a:ext uri="{FF2B5EF4-FFF2-40B4-BE49-F238E27FC236}">
                  <a16:creationId xmlns:a16="http://schemas.microsoft.com/office/drawing/2014/main" id="{6AC422CC-DA61-4706-ACB2-DFAD469F81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99688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5" name="Freeform 80">
              <a:extLst>
                <a:ext uri="{FF2B5EF4-FFF2-40B4-BE49-F238E27FC236}">
                  <a16:creationId xmlns:a16="http://schemas.microsoft.com/office/drawing/2014/main" id="{209FB82E-B803-4F06-B6B6-1FD77BF33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3863976"/>
              <a:ext cx="161925" cy="295275"/>
            </a:xfrm>
            <a:custGeom>
              <a:avLst/>
              <a:gdLst>
                <a:gd name="T0" fmla="*/ 58 w 58"/>
                <a:gd name="T1" fmla="*/ 1 h 105"/>
                <a:gd name="T2" fmla="*/ 58 w 58"/>
                <a:gd name="T3" fmla="*/ 23 h 105"/>
                <a:gd name="T4" fmla="*/ 51 w 58"/>
                <a:gd name="T5" fmla="*/ 23 h 105"/>
                <a:gd name="T6" fmla="*/ 30 w 58"/>
                <a:gd name="T7" fmla="*/ 30 h 105"/>
                <a:gd name="T8" fmla="*/ 23 w 58"/>
                <a:gd name="T9" fmla="*/ 49 h 105"/>
                <a:gd name="T10" fmla="*/ 23 w 58"/>
                <a:gd name="T11" fmla="*/ 105 h 105"/>
                <a:gd name="T12" fmla="*/ 0 w 58"/>
                <a:gd name="T13" fmla="*/ 105 h 105"/>
                <a:gd name="T14" fmla="*/ 0 w 58"/>
                <a:gd name="T15" fmla="*/ 3 h 105"/>
                <a:gd name="T16" fmla="*/ 22 w 58"/>
                <a:gd name="T17" fmla="*/ 3 h 105"/>
                <a:gd name="T18" fmla="*/ 22 w 58"/>
                <a:gd name="T19" fmla="*/ 21 h 105"/>
                <a:gd name="T20" fmla="*/ 34 w 58"/>
                <a:gd name="T21" fmla="*/ 5 h 105"/>
                <a:gd name="T22" fmla="*/ 52 w 58"/>
                <a:gd name="T23" fmla="*/ 0 h 105"/>
                <a:gd name="T24" fmla="*/ 53 w 58"/>
                <a:gd name="T25" fmla="*/ 0 h 105"/>
                <a:gd name="T26" fmla="*/ 58 w 58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105">
                  <a:moveTo>
                    <a:pt x="58" y="1"/>
                  </a:moveTo>
                  <a:cubicBezTo>
                    <a:pt x="58" y="23"/>
                    <a:pt x="58" y="23"/>
                    <a:pt x="58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6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40" y="2"/>
                    <a:pt x="46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5" y="0"/>
                    <a:pt x="56" y="1"/>
                    <a:pt x="58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Freeform 5">
            <a:extLst>
              <a:ext uri="{FF2B5EF4-FFF2-40B4-BE49-F238E27FC236}">
                <a16:creationId xmlns:a16="http://schemas.microsoft.com/office/drawing/2014/main" id="{C0E01A13-F829-4331-A053-DAE9F5984BA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067800" y="356568"/>
            <a:ext cx="519630" cy="519630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rgbClr val="2A719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09FAF63-A9A0-45F6-9EEF-86D898F4D941}"/>
              </a:ext>
            </a:extLst>
          </p:cNvPr>
          <p:cNvSpPr/>
          <p:nvPr userDrawn="1"/>
        </p:nvSpPr>
        <p:spPr>
          <a:xfrm>
            <a:off x="479425" y="398589"/>
            <a:ext cx="45719" cy="43874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6BDBB67-F1B1-49EA-8F70-36C2EA49FE89}"/>
              </a:ext>
            </a:extLst>
          </p:cNvPr>
          <p:cNvSpPr/>
          <p:nvPr userDrawn="1"/>
        </p:nvSpPr>
        <p:spPr>
          <a:xfrm>
            <a:off x="479425" y="1089025"/>
            <a:ext cx="11233150" cy="5435600"/>
          </a:xfrm>
          <a:prstGeom prst="roundRect">
            <a:avLst>
              <a:gd name="adj" fmla="val 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12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261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475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BDA61-90C5-4C36-93EF-A8A3A4C2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3768-6B44-4606-A60F-17481A60F540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A0FB57-83A5-4847-B26A-08BA9395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18D0C-1B29-48D5-8521-AC247465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44FB6-9BE4-47A6-BA67-C18ED7F7B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52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5CF674-23B2-4C93-A127-5B2B052E3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D00277CA-AA1C-4AFC-9C9A-D516A13393C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D4E1D9-7856-4365-BF21-B4932BA14875}"/>
              </a:ext>
            </a:extLst>
          </p:cNvPr>
          <p:cNvSpPr/>
          <p:nvPr userDrawn="1"/>
        </p:nvSpPr>
        <p:spPr>
          <a:xfrm>
            <a:off x="-640864" y="21411"/>
            <a:ext cx="518378" cy="518378"/>
          </a:xfrm>
          <a:prstGeom prst="ellipse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1E8B579-1419-4978-BEEB-394B47286F87}"/>
              </a:ext>
            </a:extLst>
          </p:cNvPr>
          <p:cNvSpPr/>
          <p:nvPr userDrawn="1"/>
        </p:nvSpPr>
        <p:spPr>
          <a:xfrm>
            <a:off x="-640864" y="1183461"/>
            <a:ext cx="518378" cy="518378"/>
          </a:xfrm>
          <a:prstGeom prst="ellipse">
            <a:avLst/>
          </a:prstGeom>
          <a:gradFill>
            <a:gsLst>
              <a:gs pos="0">
                <a:srgbClr val="2A719D"/>
              </a:gs>
              <a:gs pos="100000">
                <a:srgbClr val="23A09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A62AC-9FFB-4672-AFB3-B5CBEEBF6C6C}"/>
              </a:ext>
            </a:extLst>
          </p:cNvPr>
          <p:cNvSpPr/>
          <p:nvPr userDrawn="1"/>
        </p:nvSpPr>
        <p:spPr>
          <a:xfrm>
            <a:off x="-669925" y="2034322"/>
            <a:ext cx="518378" cy="518378"/>
          </a:xfrm>
          <a:prstGeom prst="ellipse">
            <a:avLst/>
          </a:prstGeom>
          <a:solidFill>
            <a:srgbClr val="C65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0BF939C-7AE1-4B45-9FA6-66A56734CA9F}"/>
              </a:ext>
            </a:extLst>
          </p:cNvPr>
          <p:cNvSpPr/>
          <p:nvPr userDrawn="1"/>
        </p:nvSpPr>
        <p:spPr>
          <a:xfrm>
            <a:off x="-669925" y="2631832"/>
            <a:ext cx="518378" cy="518378"/>
          </a:xfrm>
          <a:prstGeom prst="ellipse">
            <a:avLst/>
          </a:prstGeom>
          <a:solidFill>
            <a:srgbClr val="7B2E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14749D5-6024-470C-BE5D-50BD26A18D11}"/>
              </a:ext>
            </a:extLst>
          </p:cNvPr>
          <p:cNvSpPr/>
          <p:nvPr userDrawn="1"/>
        </p:nvSpPr>
        <p:spPr>
          <a:xfrm>
            <a:off x="-2611370" y="-32535"/>
            <a:ext cx="1590902" cy="1590902"/>
          </a:xfrm>
          <a:prstGeom prst="ellipse">
            <a:avLst/>
          </a:prstGeom>
          <a:solidFill>
            <a:srgbClr val="E7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FE687D-C490-4DB4-968B-F1B9786B1E2C}"/>
              </a:ext>
            </a:extLst>
          </p:cNvPr>
          <p:cNvSpPr txBox="1"/>
          <p:nvPr userDrawn="1"/>
        </p:nvSpPr>
        <p:spPr>
          <a:xfrm>
            <a:off x="-2577925" y="480923"/>
            <a:ext cx="152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A719D"/>
                </a:solidFill>
                <a:ea typeface="微软雅黑" panose="020B0503020204020204" pitchFamily="34" charset="-122"/>
              </a:rPr>
              <a:t>直流电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412B4DE-189E-4764-9F88-E4C19FEBA076}"/>
              </a:ext>
            </a:extLst>
          </p:cNvPr>
          <p:cNvSpPr/>
          <p:nvPr userDrawn="1"/>
        </p:nvSpPr>
        <p:spPr>
          <a:xfrm>
            <a:off x="-2611370" y="1640947"/>
            <a:ext cx="1590901" cy="1590901"/>
          </a:xfrm>
          <a:prstGeom prst="ellipse">
            <a:avLst/>
          </a:prstGeom>
          <a:solidFill>
            <a:srgbClr val="E6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29CF73A-6DAC-4365-816D-E3DB1E36B33F}"/>
              </a:ext>
            </a:extLst>
          </p:cNvPr>
          <p:cNvSpPr/>
          <p:nvPr userDrawn="1"/>
        </p:nvSpPr>
        <p:spPr>
          <a:xfrm>
            <a:off x="-640864" y="592911"/>
            <a:ext cx="518378" cy="518378"/>
          </a:xfrm>
          <a:prstGeom prst="ellipse">
            <a:avLst/>
          </a:prstGeom>
          <a:solidFill>
            <a:srgbClr val="23A0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B6F92A0-AF6E-48E8-B2D6-FDBE94985060}"/>
              </a:ext>
            </a:extLst>
          </p:cNvPr>
          <p:cNvSpPr txBox="1"/>
          <p:nvPr userDrawn="1"/>
        </p:nvSpPr>
        <p:spPr>
          <a:xfrm>
            <a:off x="-2577925" y="2138254"/>
            <a:ext cx="152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3A09C"/>
                </a:solidFill>
                <a:ea typeface="微软雅黑" panose="020B0503020204020204" pitchFamily="34" charset="-122"/>
              </a:rPr>
              <a:t>直流电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F20A145-8D4D-4129-AD2F-157233C6BAF9}"/>
              </a:ext>
            </a:extLst>
          </p:cNvPr>
          <p:cNvSpPr/>
          <p:nvPr userDrawn="1"/>
        </p:nvSpPr>
        <p:spPr>
          <a:xfrm>
            <a:off x="-2611370" y="3307565"/>
            <a:ext cx="1590902" cy="1590902"/>
          </a:xfrm>
          <a:prstGeom prst="ellipse">
            <a:avLst/>
          </a:prstGeom>
          <a:solidFill>
            <a:srgbClr val="F7E5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41181E-A4D1-4CD7-BFF9-3BF2F17DED92}"/>
              </a:ext>
            </a:extLst>
          </p:cNvPr>
          <p:cNvSpPr txBox="1"/>
          <p:nvPr userDrawn="1"/>
        </p:nvSpPr>
        <p:spPr>
          <a:xfrm>
            <a:off x="-2577925" y="3821023"/>
            <a:ext cx="152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65B34"/>
                </a:solidFill>
                <a:ea typeface="微软雅黑" panose="020B0503020204020204" pitchFamily="34" charset="-122"/>
              </a:rPr>
              <a:t>直流电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815A67B-5AD7-47E0-8443-FA78028F5723}"/>
              </a:ext>
            </a:extLst>
          </p:cNvPr>
          <p:cNvSpPr/>
          <p:nvPr userDrawn="1"/>
        </p:nvSpPr>
        <p:spPr>
          <a:xfrm>
            <a:off x="-2611370" y="4981047"/>
            <a:ext cx="1590901" cy="1590901"/>
          </a:xfrm>
          <a:prstGeom prst="ellipse">
            <a:avLst/>
          </a:prstGeom>
          <a:solidFill>
            <a:srgbClr val="F5E9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6AF69C-4C0B-4507-8518-A389EE0C80BB}"/>
              </a:ext>
            </a:extLst>
          </p:cNvPr>
          <p:cNvSpPr txBox="1"/>
          <p:nvPr userDrawn="1"/>
        </p:nvSpPr>
        <p:spPr>
          <a:xfrm>
            <a:off x="-2577925" y="5478354"/>
            <a:ext cx="152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7B2E86"/>
                </a:solidFill>
                <a:ea typeface="微软雅黑" panose="020B0503020204020204" pitchFamily="34" charset="-122"/>
              </a:rPr>
              <a:t>直流电</a:t>
            </a:r>
          </a:p>
        </p:txBody>
      </p:sp>
    </p:spTree>
    <p:extLst>
      <p:ext uri="{BB962C8B-B14F-4D97-AF65-F5344CB8AC3E}">
        <p14:creationId xmlns:p14="http://schemas.microsoft.com/office/powerpoint/2010/main" val="348106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0.png"/><Relationship Id="rId3" Type="http://schemas.openxmlformats.org/officeDocument/2006/relationships/image" Target="../media/image81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21.png"/><Relationship Id="rId2" Type="http://schemas.openxmlformats.org/officeDocument/2006/relationships/image" Target="../media/image8.png"/><Relationship Id="rId16" Type="http://schemas.openxmlformats.org/officeDocument/2006/relationships/image" Target="../media/image17.emf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emf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830.png"/><Relationship Id="rId18" Type="http://schemas.openxmlformats.org/officeDocument/2006/relationships/image" Target="../media/image1431.png"/><Relationship Id="rId3" Type="http://schemas.openxmlformats.org/officeDocument/2006/relationships/image" Target="../media/image136.png"/><Relationship Id="rId7" Type="http://schemas.openxmlformats.org/officeDocument/2006/relationships/image" Target="../media/image141.png"/><Relationship Id="rId12" Type="http://schemas.openxmlformats.org/officeDocument/2006/relationships/image" Target="../media/image260.png"/><Relationship Id="rId17" Type="http://schemas.openxmlformats.org/officeDocument/2006/relationships/image" Target="../media/image870.png"/><Relationship Id="rId2" Type="http://schemas.openxmlformats.org/officeDocument/2006/relationships/image" Target="../media/image135.png"/><Relationship Id="rId16" Type="http://schemas.openxmlformats.org/officeDocument/2006/relationships/image" Target="../media/image8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11" Type="http://schemas.openxmlformats.org/officeDocument/2006/relationships/image" Target="../media/image142.png"/><Relationship Id="rId5" Type="http://schemas.openxmlformats.org/officeDocument/2006/relationships/image" Target="../media/image138.png"/><Relationship Id="rId15" Type="http://schemas.openxmlformats.org/officeDocument/2006/relationships/image" Target="../media/image850.png"/><Relationship Id="rId10" Type="http://schemas.openxmlformats.org/officeDocument/2006/relationships/image" Target="../media/image80.png"/><Relationship Id="rId4" Type="http://schemas.openxmlformats.org/officeDocument/2006/relationships/image" Target="../media/image137.png"/><Relationship Id="rId9" Type="http://schemas.openxmlformats.org/officeDocument/2006/relationships/image" Target="../media/image79.png"/><Relationship Id="rId14" Type="http://schemas.openxmlformats.org/officeDocument/2006/relationships/image" Target="../media/image84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A719D"/>
            </a:gs>
            <a:gs pos="100000">
              <a:srgbClr val="23A09C"/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08BE2-F342-58FE-7EB3-120D89A0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3CDC0DA1-E058-8B2B-77DE-B4AFB60E980F}"/>
              </a:ext>
            </a:extLst>
          </p:cNvPr>
          <p:cNvGrpSpPr/>
          <p:nvPr/>
        </p:nvGrpSpPr>
        <p:grpSpPr>
          <a:xfrm>
            <a:off x="10867696" y="354418"/>
            <a:ext cx="887854" cy="486410"/>
            <a:chOff x="1487488" y="2636838"/>
            <a:chExt cx="3154363" cy="1577975"/>
          </a:xfrm>
          <a:solidFill>
            <a:schemeClr val="bg1"/>
          </a:solidFill>
        </p:grpSpPr>
        <p:sp>
          <p:nvSpPr>
            <p:cNvPr id="155" name="Freeform 53">
              <a:extLst>
                <a:ext uri="{FF2B5EF4-FFF2-40B4-BE49-F238E27FC236}">
                  <a16:creationId xmlns:a16="http://schemas.microsoft.com/office/drawing/2014/main" id="{5DF6942A-2454-982E-0BBC-ECC0B0EB8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2636838"/>
              <a:ext cx="1447800" cy="425450"/>
            </a:xfrm>
            <a:custGeom>
              <a:avLst/>
              <a:gdLst>
                <a:gd name="T0" fmla="*/ 0 w 517"/>
                <a:gd name="T1" fmla="*/ 0 h 151"/>
                <a:gd name="T2" fmla="*/ 268 w 517"/>
                <a:gd name="T3" fmla="*/ 0 h 151"/>
                <a:gd name="T4" fmla="*/ 517 w 517"/>
                <a:gd name="T5" fmla="*/ 151 h 151"/>
                <a:gd name="T6" fmla="*/ 0 w 517"/>
                <a:gd name="T7" fmla="*/ 151 h 151"/>
                <a:gd name="T8" fmla="*/ 0 w 517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51">
                  <a:moveTo>
                    <a:pt x="0" y="0"/>
                  </a:moveTo>
                  <a:cubicBezTo>
                    <a:pt x="268" y="0"/>
                    <a:pt x="268" y="0"/>
                    <a:pt x="268" y="0"/>
                  </a:cubicBezTo>
                  <a:cubicBezTo>
                    <a:pt x="376" y="0"/>
                    <a:pt x="470" y="61"/>
                    <a:pt x="517" y="151"/>
                  </a:cubicBezTo>
                  <a:cubicBezTo>
                    <a:pt x="0" y="151"/>
                    <a:pt x="0" y="151"/>
                    <a:pt x="0" y="15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6" name="Freeform 54">
              <a:extLst>
                <a:ext uri="{FF2B5EF4-FFF2-40B4-BE49-F238E27FC236}">
                  <a16:creationId xmlns:a16="http://schemas.microsoft.com/office/drawing/2014/main" id="{6EC36E45-9EAE-291C-2479-54380D30B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3802063"/>
              <a:ext cx="1439863" cy="412750"/>
            </a:xfrm>
            <a:custGeom>
              <a:avLst/>
              <a:gdLst>
                <a:gd name="T0" fmla="*/ 268 w 514"/>
                <a:gd name="T1" fmla="*/ 147 h 147"/>
                <a:gd name="T2" fmla="*/ 0 w 514"/>
                <a:gd name="T3" fmla="*/ 147 h 147"/>
                <a:gd name="T4" fmla="*/ 0 w 514"/>
                <a:gd name="T5" fmla="*/ 0 h 147"/>
                <a:gd name="T6" fmla="*/ 514 w 514"/>
                <a:gd name="T7" fmla="*/ 0 h 147"/>
                <a:gd name="T8" fmla="*/ 268 w 514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4" h="147">
                  <a:moveTo>
                    <a:pt x="268" y="147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14" y="0"/>
                    <a:pt x="514" y="0"/>
                    <a:pt x="514" y="0"/>
                  </a:cubicBezTo>
                  <a:cubicBezTo>
                    <a:pt x="467" y="88"/>
                    <a:pt x="374" y="147"/>
                    <a:pt x="268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Freeform 55">
              <a:extLst>
                <a:ext uri="{FF2B5EF4-FFF2-40B4-BE49-F238E27FC236}">
                  <a16:creationId xmlns:a16="http://schemas.microsoft.com/office/drawing/2014/main" id="{A8DCDA63-804D-E5E4-4067-D907BEA6A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3241676"/>
              <a:ext cx="1535113" cy="382588"/>
            </a:xfrm>
            <a:custGeom>
              <a:avLst/>
              <a:gdLst>
                <a:gd name="T0" fmla="*/ 548 w 548"/>
                <a:gd name="T1" fmla="*/ 65 h 136"/>
                <a:gd name="T2" fmla="*/ 539 w 548"/>
                <a:gd name="T3" fmla="*/ 136 h 136"/>
                <a:gd name="T4" fmla="*/ 0 w 548"/>
                <a:gd name="T5" fmla="*/ 136 h 136"/>
                <a:gd name="T6" fmla="*/ 0 w 548"/>
                <a:gd name="T7" fmla="*/ 0 h 136"/>
                <a:gd name="T8" fmla="*/ 540 w 548"/>
                <a:gd name="T9" fmla="*/ 0 h 136"/>
                <a:gd name="T10" fmla="*/ 548 w 548"/>
                <a:gd name="T11" fmla="*/ 6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8" h="136">
                  <a:moveTo>
                    <a:pt x="548" y="65"/>
                  </a:moveTo>
                  <a:cubicBezTo>
                    <a:pt x="548" y="90"/>
                    <a:pt x="545" y="114"/>
                    <a:pt x="539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5" y="21"/>
                    <a:pt x="548" y="43"/>
                    <a:pt x="548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8" name="Freeform 56">
              <a:extLst>
                <a:ext uri="{FF2B5EF4-FFF2-40B4-BE49-F238E27FC236}">
                  <a16:creationId xmlns:a16="http://schemas.microsoft.com/office/drawing/2014/main" id="{F1FB9009-449C-D917-3EF0-C4713A262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563" y="3241676"/>
              <a:ext cx="603250" cy="382588"/>
            </a:xfrm>
            <a:custGeom>
              <a:avLst/>
              <a:gdLst>
                <a:gd name="T0" fmla="*/ 0 w 215"/>
                <a:gd name="T1" fmla="*/ 65 h 136"/>
                <a:gd name="T2" fmla="*/ 0 w 215"/>
                <a:gd name="T3" fmla="*/ 65 h 136"/>
                <a:gd name="T4" fmla="*/ 8 w 215"/>
                <a:gd name="T5" fmla="*/ 0 h 136"/>
                <a:gd name="T6" fmla="*/ 215 w 215"/>
                <a:gd name="T7" fmla="*/ 0 h 136"/>
                <a:gd name="T8" fmla="*/ 207 w 215"/>
                <a:gd name="T9" fmla="*/ 72 h 136"/>
                <a:gd name="T10" fmla="*/ 213 w 215"/>
                <a:gd name="T11" fmla="*/ 136 h 136"/>
                <a:gd name="T12" fmla="*/ 9 w 215"/>
                <a:gd name="T13" fmla="*/ 136 h 136"/>
                <a:gd name="T14" fmla="*/ 0 w 215"/>
                <a:gd name="T15" fmla="*/ 6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136">
                  <a:moveTo>
                    <a:pt x="0" y="6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43"/>
                    <a:pt x="3" y="21"/>
                    <a:pt x="8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10" y="23"/>
                    <a:pt x="207" y="47"/>
                    <a:pt x="207" y="72"/>
                  </a:cubicBezTo>
                  <a:cubicBezTo>
                    <a:pt x="207" y="94"/>
                    <a:pt x="209" y="116"/>
                    <a:pt x="213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4" y="114"/>
                    <a:pt x="0" y="90"/>
                    <a:pt x="0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9" name="Freeform 57">
              <a:extLst>
                <a:ext uri="{FF2B5EF4-FFF2-40B4-BE49-F238E27FC236}">
                  <a16:creationId xmlns:a16="http://schemas.microsoft.com/office/drawing/2014/main" id="{7CE95643-F7B9-FB5B-D3D4-772D23F47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3802063"/>
              <a:ext cx="1443038" cy="412750"/>
            </a:xfrm>
            <a:custGeom>
              <a:avLst/>
              <a:gdLst>
                <a:gd name="T0" fmla="*/ 515 w 515"/>
                <a:gd name="T1" fmla="*/ 147 h 147"/>
                <a:gd name="T2" fmla="*/ 247 w 515"/>
                <a:gd name="T3" fmla="*/ 147 h 147"/>
                <a:gd name="T4" fmla="*/ 0 w 515"/>
                <a:gd name="T5" fmla="*/ 0 h 147"/>
                <a:gd name="T6" fmla="*/ 515 w 515"/>
                <a:gd name="T7" fmla="*/ 0 h 147"/>
                <a:gd name="T8" fmla="*/ 515 w 515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147">
                  <a:moveTo>
                    <a:pt x="515" y="147"/>
                  </a:moveTo>
                  <a:cubicBezTo>
                    <a:pt x="247" y="147"/>
                    <a:pt x="247" y="147"/>
                    <a:pt x="247" y="147"/>
                  </a:cubicBezTo>
                  <a:cubicBezTo>
                    <a:pt x="141" y="147"/>
                    <a:pt x="48" y="88"/>
                    <a:pt x="0" y="0"/>
                  </a:cubicBezTo>
                  <a:cubicBezTo>
                    <a:pt x="515" y="0"/>
                    <a:pt x="515" y="0"/>
                    <a:pt x="515" y="0"/>
                  </a:cubicBezTo>
                  <a:lnTo>
                    <a:pt x="515" y="1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Freeform 58">
              <a:extLst>
                <a:ext uri="{FF2B5EF4-FFF2-40B4-BE49-F238E27FC236}">
                  <a16:creationId xmlns:a16="http://schemas.microsoft.com/office/drawing/2014/main" id="{C15328B8-8E76-787A-0C9C-3175BD495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1" y="2636838"/>
              <a:ext cx="1447800" cy="425450"/>
            </a:xfrm>
            <a:custGeom>
              <a:avLst/>
              <a:gdLst>
                <a:gd name="T0" fmla="*/ 0 w 517"/>
                <a:gd name="T1" fmla="*/ 151 h 151"/>
                <a:gd name="T2" fmla="*/ 249 w 517"/>
                <a:gd name="T3" fmla="*/ 0 h 151"/>
                <a:gd name="T4" fmla="*/ 517 w 517"/>
                <a:gd name="T5" fmla="*/ 0 h 151"/>
                <a:gd name="T6" fmla="*/ 517 w 517"/>
                <a:gd name="T7" fmla="*/ 151 h 151"/>
                <a:gd name="T8" fmla="*/ 0 w 517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51">
                  <a:moveTo>
                    <a:pt x="0" y="151"/>
                  </a:moveTo>
                  <a:cubicBezTo>
                    <a:pt x="47" y="61"/>
                    <a:pt x="141" y="0"/>
                    <a:pt x="249" y="0"/>
                  </a:cubicBezTo>
                  <a:cubicBezTo>
                    <a:pt x="517" y="0"/>
                    <a:pt x="517" y="0"/>
                    <a:pt x="517" y="0"/>
                  </a:cubicBezTo>
                  <a:cubicBezTo>
                    <a:pt x="517" y="151"/>
                    <a:pt x="517" y="151"/>
                    <a:pt x="517" y="151"/>
                  </a:cubicBezTo>
                  <a:lnTo>
                    <a:pt x="0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61" name="Freeform 5">
            <a:extLst>
              <a:ext uri="{FF2B5EF4-FFF2-40B4-BE49-F238E27FC236}">
                <a16:creationId xmlns:a16="http://schemas.microsoft.com/office/drawing/2014/main" id="{C0121592-5A40-70AE-0287-812A6C0C3A54}"/>
              </a:ext>
            </a:extLst>
          </p:cNvPr>
          <p:cNvSpPr>
            <a:spLocks noEditPoints="1"/>
          </p:cNvSpPr>
          <p:nvPr/>
        </p:nvSpPr>
        <p:spPr bwMode="auto">
          <a:xfrm>
            <a:off x="9835714" y="217805"/>
            <a:ext cx="797698" cy="769441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 hidden="1">
            <a:extLst>
              <a:ext uri="{FF2B5EF4-FFF2-40B4-BE49-F238E27FC236}">
                <a16:creationId xmlns:a16="http://schemas.microsoft.com/office/drawing/2014/main" id="{D6360F70-38E2-8D95-7790-2DB85AB1CAB6}"/>
              </a:ext>
            </a:extLst>
          </p:cNvPr>
          <p:cNvSpPr/>
          <p:nvPr/>
        </p:nvSpPr>
        <p:spPr>
          <a:xfrm>
            <a:off x="5297520" y="3383926"/>
            <a:ext cx="1596960" cy="89070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al"/>
              <a:ea typeface="微软雅黑 Light"/>
              <a:cs typeface="+mn-cs"/>
            </a:endParaRPr>
          </a:p>
        </p:txBody>
      </p:sp>
      <p:sp>
        <p:nvSpPr>
          <p:cNvPr id="38" name="office-block_63657">
            <a:extLst>
              <a:ext uri="{FF2B5EF4-FFF2-40B4-BE49-F238E27FC236}">
                <a16:creationId xmlns:a16="http://schemas.microsoft.com/office/drawing/2014/main" id="{C8F461DC-F37E-3713-C785-9D82FD3126DF}"/>
              </a:ext>
            </a:extLst>
          </p:cNvPr>
          <p:cNvSpPr>
            <a:spLocks noChangeAspect="1"/>
          </p:cNvSpPr>
          <p:nvPr/>
        </p:nvSpPr>
        <p:spPr bwMode="auto">
          <a:xfrm>
            <a:off x="8354581" y="2965664"/>
            <a:ext cx="1023364" cy="1347638"/>
          </a:xfrm>
          <a:custGeom>
            <a:avLst/>
            <a:gdLst>
              <a:gd name="T0" fmla="*/ 4888 w 7497"/>
              <a:gd name="T1" fmla="*/ 1013 h 7677"/>
              <a:gd name="T2" fmla="*/ 0 w 7497"/>
              <a:gd name="T3" fmla="*/ 1529 h 7677"/>
              <a:gd name="T4" fmla="*/ 4788 w 7497"/>
              <a:gd name="T5" fmla="*/ 6996 h 7677"/>
              <a:gd name="T6" fmla="*/ 783 w 7497"/>
              <a:gd name="T7" fmla="*/ 5989 h 7677"/>
              <a:gd name="T8" fmla="*/ 310 w 7497"/>
              <a:gd name="T9" fmla="*/ 5101 h 7677"/>
              <a:gd name="T10" fmla="*/ 783 w 7497"/>
              <a:gd name="T11" fmla="*/ 4766 h 7677"/>
              <a:gd name="T12" fmla="*/ 310 w 7497"/>
              <a:gd name="T13" fmla="*/ 3982 h 7677"/>
              <a:gd name="T14" fmla="*/ 783 w 7497"/>
              <a:gd name="T15" fmla="*/ 3543 h 7677"/>
              <a:gd name="T16" fmla="*/ 310 w 7497"/>
              <a:gd name="T17" fmla="*/ 2863 h 7677"/>
              <a:gd name="T18" fmla="*/ 783 w 7497"/>
              <a:gd name="T19" fmla="*/ 2319 h 7677"/>
              <a:gd name="T20" fmla="*/ 310 w 7497"/>
              <a:gd name="T21" fmla="*/ 1744 h 7677"/>
              <a:gd name="T22" fmla="*/ 1815 w 7497"/>
              <a:gd name="T23" fmla="*/ 6369 h 7677"/>
              <a:gd name="T24" fmla="*/ 1158 w 7497"/>
              <a:gd name="T25" fmla="*/ 5260 h 7677"/>
              <a:gd name="T26" fmla="*/ 1815 w 7497"/>
              <a:gd name="T27" fmla="*/ 6369 h 7677"/>
              <a:gd name="T28" fmla="*/ 1158 w 7497"/>
              <a:gd name="T29" fmla="*/ 4811 h 7677"/>
              <a:gd name="T30" fmla="*/ 1815 w 7497"/>
              <a:gd name="T31" fmla="*/ 4866 h 7677"/>
              <a:gd name="T32" fmla="*/ 1158 w 7497"/>
              <a:gd name="T33" fmla="*/ 3463 h 7677"/>
              <a:gd name="T34" fmla="*/ 1815 w 7497"/>
              <a:gd name="T35" fmla="*/ 3364 h 7677"/>
              <a:gd name="T36" fmla="*/ 1178 w 7497"/>
              <a:gd name="T37" fmla="*/ 2151 h 7677"/>
              <a:gd name="T38" fmla="*/ 1815 w 7497"/>
              <a:gd name="T39" fmla="*/ 860 h 7677"/>
              <a:gd name="T40" fmla="*/ 2356 w 7497"/>
              <a:gd name="T41" fmla="*/ 7501 h 7677"/>
              <a:gd name="T42" fmla="*/ 3333 w 7497"/>
              <a:gd name="T43" fmla="*/ 5322 h 7677"/>
              <a:gd name="T44" fmla="*/ 2383 w 7497"/>
              <a:gd name="T45" fmla="*/ 4928 h 7677"/>
              <a:gd name="T46" fmla="*/ 3291 w 7497"/>
              <a:gd name="T47" fmla="*/ 3841 h 7677"/>
              <a:gd name="T48" fmla="*/ 3289 w 7497"/>
              <a:gd name="T49" fmla="*/ 3450 h 7677"/>
              <a:gd name="T50" fmla="*/ 2390 w 7497"/>
              <a:gd name="T51" fmla="*/ 2257 h 7677"/>
              <a:gd name="T52" fmla="*/ 3317 w 7497"/>
              <a:gd name="T53" fmla="*/ 2003 h 7677"/>
              <a:gd name="T54" fmla="*/ 2356 w 7497"/>
              <a:gd name="T55" fmla="*/ 716 h 7677"/>
              <a:gd name="T56" fmla="*/ 4467 w 7497"/>
              <a:gd name="T57" fmla="*/ 6952 h 7677"/>
              <a:gd name="T58" fmla="*/ 3650 w 7497"/>
              <a:gd name="T59" fmla="*/ 5287 h 7677"/>
              <a:gd name="T60" fmla="*/ 4469 w 7497"/>
              <a:gd name="T61" fmla="*/ 4792 h 7677"/>
              <a:gd name="T62" fmla="*/ 3650 w 7497"/>
              <a:gd name="T63" fmla="*/ 3900 h 7677"/>
              <a:gd name="T64" fmla="*/ 4469 w 7497"/>
              <a:gd name="T65" fmla="*/ 3496 h 7677"/>
              <a:gd name="T66" fmla="*/ 3650 w 7497"/>
              <a:gd name="T67" fmla="*/ 2513 h 7677"/>
              <a:gd name="T68" fmla="*/ 4469 w 7497"/>
              <a:gd name="T69" fmla="*/ 3496 h 7677"/>
              <a:gd name="T70" fmla="*/ 3650 w 7497"/>
              <a:gd name="T71" fmla="*/ 2051 h 7677"/>
              <a:gd name="T72" fmla="*/ 4469 w 7497"/>
              <a:gd name="T73" fmla="*/ 2200 h 7677"/>
              <a:gd name="T74" fmla="*/ 5036 w 7497"/>
              <a:gd name="T75" fmla="*/ 5201 h 7677"/>
              <a:gd name="T76" fmla="*/ 5676 w 7497"/>
              <a:gd name="T77" fmla="*/ 3974 h 7677"/>
              <a:gd name="T78" fmla="*/ 5062 w 7497"/>
              <a:gd name="T79" fmla="*/ 3591 h 7677"/>
              <a:gd name="T80" fmla="*/ 5677 w 7497"/>
              <a:gd name="T81" fmla="*/ 2447 h 7677"/>
              <a:gd name="T82" fmla="*/ 7197 w 7497"/>
              <a:gd name="T83" fmla="*/ 2086 h 7677"/>
              <a:gd name="T84" fmla="*/ 6788 w 7497"/>
              <a:gd name="T85" fmla="*/ 2728 h 7677"/>
              <a:gd name="T86" fmla="*/ 6805 w 7497"/>
              <a:gd name="T87" fmla="*/ 2975 h 7677"/>
              <a:gd name="T88" fmla="*/ 7181 w 7497"/>
              <a:gd name="T89" fmla="*/ 3760 h 7677"/>
              <a:gd name="T90" fmla="*/ 6799 w 7497"/>
              <a:gd name="T91" fmla="*/ 3974 h 7677"/>
              <a:gd name="T92" fmla="*/ 6797 w 7497"/>
              <a:gd name="T93" fmla="*/ 4730 h 7677"/>
              <a:gd name="T94" fmla="*/ 6600 w 7497"/>
              <a:gd name="T95" fmla="*/ 6448 h 7677"/>
              <a:gd name="T96" fmla="*/ 6133 w 7497"/>
              <a:gd name="T97" fmla="*/ 5032 h 7677"/>
              <a:gd name="T98" fmla="*/ 6591 w 7497"/>
              <a:gd name="T99" fmla="*/ 4739 h 7677"/>
              <a:gd name="T100" fmla="*/ 6106 w 7497"/>
              <a:gd name="T101" fmla="*/ 3962 h 7677"/>
              <a:gd name="T102" fmla="*/ 6633 w 7497"/>
              <a:gd name="T103" fmla="*/ 3668 h 7677"/>
              <a:gd name="T104" fmla="*/ 6093 w 7497"/>
              <a:gd name="T105" fmla="*/ 2911 h 7677"/>
              <a:gd name="T106" fmla="*/ 6633 w 7497"/>
              <a:gd name="T107" fmla="*/ 3668 h 7677"/>
              <a:gd name="T108" fmla="*/ 6093 w 7497"/>
              <a:gd name="T109" fmla="*/ 2550 h 7677"/>
              <a:gd name="T110" fmla="*/ 6632 w 7497"/>
              <a:gd name="T111" fmla="*/ 2642 h 7677"/>
              <a:gd name="T112" fmla="*/ 6754 w 7497"/>
              <a:gd name="T113" fmla="*/ 6352 h 7677"/>
              <a:gd name="T114" fmla="*/ 7242 w 7497"/>
              <a:gd name="T115" fmla="*/ 6251 h 7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497" h="7677">
                <a:moveTo>
                  <a:pt x="7406" y="1745"/>
                </a:moveTo>
                <a:lnTo>
                  <a:pt x="5933" y="1261"/>
                </a:lnTo>
                <a:cubicBezTo>
                  <a:pt x="5933" y="1261"/>
                  <a:pt x="5914" y="1254"/>
                  <a:pt x="5888" y="1254"/>
                </a:cubicBezTo>
                <a:cubicBezTo>
                  <a:pt x="5862" y="1255"/>
                  <a:pt x="5842" y="1264"/>
                  <a:pt x="5842" y="1264"/>
                </a:cubicBezTo>
                <a:lnTo>
                  <a:pt x="4888" y="1653"/>
                </a:lnTo>
                <a:lnTo>
                  <a:pt x="4888" y="1013"/>
                </a:lnTo>
                <a:cubicBezTo>
                  <a:pt x="4888" y="956"/>
                  <a:pt x="4851" y="906"/>
                  <a:pt x="4797" y="888"/>
                </a:cubicBezTo>
                <a:lnTo>
                  <a:pt x="2126" y="11"/>
                </a:lnTo>
                <a:cubicBezTo>
                  <a:pt x="2126" y="11"/>
                  <a:pt x="2102" y="0"/>
                  <a:pt x="2067" y="5"/>
                </a:cubicBezTo>
                <a:cubicBezTo>
                  <a:pt x="2032" y="10"/>
                  <a:pt x="2007" y="29"/>
                  <a:pt x="2007" y="29"/>
                </a:cubicBezTo>
                <a:lnTo>
                  <a:pt x="55" y="1421"/>
                </a:lnTo>
                <a:cubicBezTo>
                  <a:pt x="20" y="1446"/>
                  <a:pt x="0" y="1486"/>
                  <a:pt x="0" y="1529"/>
                </a:cubicBezTo>
                <a:lnTo>
                  <a:pt x="0" y="6472"/>
                </a:lnTo>
                <a:cubicBezTo>
                  <a:pt x="0" y="6520"/>
                  <a:pt x="26" y="6564"/>
                  <a:pt x="68" y="6588"/>
                </a:cubicBezTo>
                <a:lnTo>
                  <a:pt x="2021" y="7658"/>
                </a:lnTo>
                <a:cubicBezTo>
                  <a:pt x="2021" y="7658"/>
                  <a:pt x="2040" y="7669"/>
                  <a:pt x="2069" y="7673"/>
                </a:cubicBezTo>
                <a:cubicBezTo>
                  <a:pt x="2098" y="7677"/>
                  <a:pt x="2117" y="7670"/>
                  <a:pt x="2117" y="7670"/>
                </a:cubicBezTo>
                <a:lnTo>
                  <a:pt x="4788" y="6996"/>
                </a:lnTo>
                <a:lnTo>
                  <a:pt x="5924" y="6709"/>
                </a:lnTo>
                <a:lnTo>
                  <a:pt x="7397" y="6338"/>
                </a:lnTo>
                <a:cubicBezTo>
                  <a:pt x="7455" y="6323"/>
                  <a:pt x="7497" y="6270"/>
                  <a:pt x="7497" y="6209"/>
                </a:cubicBezTo>
                <a:lnTo>
                  <a:pt x="7497" y="1871"/>
                </a:lnTo>
                <a:cubicBezTo>
                  <a:pt x="7497" y="1813"/>
                  <a:pt x="7460" y="1763"/>
                  <a:pt x="7406" y="1745"/>
                </a:cubicBezTo>
                <a:close/>
                <a:moveTo>
                  <a:pt x="783" y="5989"/>
                </a:moveTo>
                <a:cubicBezTo>
                  <a:pt x="783" y="6003"/>
                  <a:pt x="776" y="6017"/>
                  <a:pt x="764" y="6025"/>
                </a:cubicBezTo>
                <a:cubicBezTo>
                  <a:pt x="756" y="6030"/>
                  <a:pt x="747" y="6033"/>
                  <a:pt x="739" y="6033"/>
                </a:cubicBezTo>
                <a:cubicBezTo>
                  <a:pt x="734" y="6033"/>
                  <a:pt x="728" y="6032"/>
                  <a:pt x="723" y="6030"/>
                </a:cubicBezTo>
                <a:lnTo>
                  <a:pt x="339" y="5889"/>
                </a:lnTo>
                <a:cubicBezTo>
                  <a:pt x="321" y="5882"/>
                  <a:pt x="310" y="5866"/>
                  <a:pt x="310" y="5847"/>
                </a:cubicBezTo>
                <a:lnTo>
                  <a:pt x="310" y="5101"/>
                </a:lnTo>
                <a:cubicBezTo>
                  <a:pt x="310" y="5088"/>
                  <a:pt x="316" y="5076"/>
                  <a:pt x="326" y="5067"/>
                </a:cubicBezTo>
                <a:cubicBezTo>
                  <a:pt x="336" y="5059"/>
                  <a:pt x="349" y="5056"/>
                  <a:pt x="362" y="5058"/>
                </a:cubicBezTo>
                <a:lnTo>
                  <a:pt x="747" y="5130"/>
                </a:lnTo>
                <a:cubicBezTo>
                  <a:pt x="767" y="5134"/>
                  <a:pt x="783" y="5152"/>
                  <a:pt x="783" y="5173"/>
                </a:cubicBezTo>
                <a:lnTo>
                  <a:pt x="783" y="5989"/>
                </a:lnTo>
                <a:close/>
                <a:moveTo>
                  <a:pt x="783" y="4766"/>
                </a:moveTo>
                <a:cubicBezTo>
                  <a:pt x="783" y="4778"/>
                  <a:pt x="777" y="4790"/>
                  <a:pt x="768" y="4798"/>
                </a:cubicBezTo>
                <a:cubicBezTo>
                  <a:pt x="760" y="4806"/>
                  <a:pt x="750" y="4810"/>
                  <a:pt x="738" y="4810"/>
                </a:cubicBezTo>
                <a:cubicBezTo>
                  <a:pt x="737" y="4810"/>
                  <a:pt x="735" y="4810"/>
                  <a:pt x="734" y="4809"/>
                </a:cubicBezTo>
                <a:lnTo>
                  <a:pt x="350" y="4772"/>
                </a:lnTo>
                <a:cubicBezTo>
                  <a:pt x="327" y="4770"/>
                  <a:pt x="310" y="4751"/>
                  <a:pt x="310" y="4728"/>
                </a:cubicBezTo>
                <a:lnTo>
                  <a:pt x="310" y="3982"/>
                </a:lnTo>
                <a:cubicBezTo>
                  <a:pt x="310" y="3959"/>
                  <a:pt x="328" y="3940"/>
                  <a:pt x="350" y="3938"/>
                </a:cubicBezTo>
                <a:lnTo>
                  <a:pt x="735" y="3906"/>
                </a:lnTo>
                <a:cubicBezTo>
                  <a:pt x="747" y="3905"/>
                  <a:pt x="759" y="3910"/>
                  <a:pt x="768" y="3918"/>
                </a:cubicBezTo>
                <a:cubicBezTo>
                  <a:pt x="778" y="3926"/>
                  <a:pt x="783" y="3938"/>
                  <a:pt x="783" y="3950"/>
                </a:cubicBezTo>
                <a:lnTo>
                  <a:pt x="783" y="4766"/>
                </a:lnTo>
                <a:close/>
                <a:moveTo>
                  <a:pt x="783" y="3543"/>
                </a:moveTo>
                <a:cubicBezTo>
                  <a:pt x="783" y="3564"/>
                  <a:pt x="767" y="3582"/>
                  <a:pt x="746" y="3586"/>
                </a:cubicBezTo>
                <a:lnTo>
                  <a:pt x="361" y="3652"/>
                </a:lnTo>
                <a:cubicBezTo>
                  <a:pt x="359" y="3653"/>
                  <a:pt x="356" y="3653"/>
                  <a:pt x="354" y="3653"/>
                </a:cubicBezTo>
                <a:cubicBezTo>
                  <a:pt x="344" y="3653"/>
                  <a:pt x="334" y="3649"/>
                  <a:pt x="326" y="3643"/>
                </a:cubicBezTo>
                <a:cubicBezTo>
                  <a:pt x="315" y="3634"/>
                  <a:pt x="310" y="3622"/>
                  <a:pt x="310" y="3609"/>
                </a:cubicBezTo>
                <a:lnTo>
                  <a:pt x="310" y="2863"/>
                </a:lnTo>
                <a:cubicBezTo>
                  <a:pt x="310" y="2844"/>
                  <a:pt x="322" y="2827"/>
                  <a:pt x="339" y="2821"/>
                </a:cubicBezTo>
                <a:lnTo>
                  <a:pt x="724" y="2686"/>
                </a:lnTo>
                <a:cubicBezTo>
                  <a:pt x="737" y="2681"/>
                  <a:pt x="752" y="2683"/>
                  <a:pt x="764" y="2691"/>
                </a:cubicBezTo>
                <a:cubicBezTo>
                  <a:pt x="776" y="2699"/>
                  <a:pt x="783" y="2713"/>
                  <a:pt x="783" y="2727"/>
                </a:cubicBezTo>
                <a:lnTo>
                  <a:pt x="783" y="3543"/>
                </a:lnTo>
                <a:close/>
                <a:moveTo>
                  <a:pt x="783" y="2319"/>
                </a:moveTo>
                <a:cubicBezTo>
                  <a:pt x="783" y="2337"/>
                  <a:pt x="773" y="2353"/>
                  <a:pt x="756" y="2360"/>
                </a:cubicBezTo>
                <a:lnTo>
                  <a:pt x="372" y="2530"/>
                </a:lnTo>
                <a:cubicBezTo>
                  <a:pt x="366" y="2533"/>
                  <a:pt x="360" y="2534"/>
                  <a:pt x="354" y="2534"/>
                </a:cubicBezTo>
                <a:cubicBezTo>
                  <a:pt x="346" y="2534"/>
                  <a:pt x="337" y="2531"/>
                  <a:pt x="330" y="2527"/>
                </a:cubicBezTo>
                <a:cubicBezTo>
                  <a:pt x="317" y="2518"/>
                  <a:pt x="310" y="2505"/>
                  <a:pt x="310" y="2490"/>
                </a:cubicBezTo>
                <a:lnTo>
                  <a:pt x="310" y="1744"/>
                </a:lnTo>
                <a:cubicBezTo>
                  <a:pt x="310" y="1728"/>
                  <a:pt x="318" y="1714"/>
                  <a:pt x="331" y="1706"/>
                </a:cubicBezTo>
                <a:lnTo>
                  <a:pt x="715" y="1466"/>
                </a:lnTo>
                <a:cubicBezTo>
                  <a:pt x="729" y="1458"/>
                  <a:pt x="746" y="1457"/>
                  <a:pt x="760" y="1465"/>
                </a:cubicBezTo>
                <a:cubicBezTo>
                  <a:pt x="774" y="1473"/>
                  <a:pt x="783" y="1488"/>
                  <a:pt x="783" y="1504"/>
                </a:cubicBezTo>
                <a:lnTo>
                  <a:pt x="783" y="2319"/>
                </a:lnTo>
                <a:close/>
                <a:moveTo>
                  <a:pt x="1815" y="6369"/>
                </a:moveTo>
                <a:cubicBezTo>
                  <a:pt x="1815" y="6383"/>
                  <a:pt x="1808" y="6397"/>
                  <a:pt x="1797" y="6405"/>
                </a:cubicBezTo>
                <a:cubicBezTo>
                  <a:pt x="1789" y="6410"/>
                  <a:pt x="1780" y="6413"/>
                  <a:pt x="1771" y="6413"/>
                </a:cubicBezTo>
                <a:cubicBezTo>
                  <a:pt x="1766" y="6413"/>
                  <a:pt x="1761" y="6412"/>
                  <a:pt x="1756" y="6410"/>
                </a:cubicBezTo>
                <a:lnTo>
                  <a:pt x="1187" y="6201"/>
                </a:lnTo>
                <a:cubicBezTo>
                  <a:pt x="1169" y="6194"/>
                  <a:pt x="1158" y="6178"/>
                  <a:pt x="1158" y="6159"/>
                </a:cubicBezTo>
                <a:lnTo>
                  <a:pt x="1158" y="5260"/>
                </a:lnTo>
                <a:cubicBezTo>
                  <a:pt x="1158" y="5247"/>
                  <a:pt x="1164" y="5235"/>
                  <a:pt x="1174" y="5226"/>
                </a:cubicBezTo>
                <a:cubicBezTo>
                  <a:pt x="1184" y="5218"/>
                  <a:pt x="1198" y="5215"/>
                  <a:pt x="1210" y="5217"/>
                </a:cubicBezTo>
                <a:lnTo>
                  <a:pt x="1779" y="5324"/>
                </a:lnTo>
                <a:cubicBezTo>
                  <a:pt x="1800" y="5328"/>
                  <a:pt x="1816" y="5346"/>
                  <a:pt x="1816" y="5367"/>
                </a:cubicBezTo>
                <a:lnTo>
                  <a:pt x="1816" y="6369"/>
                </a:lnTo>
                <a:lnTo>
                  <a:pt x="1815" y="6369"/>
                </a:lnTo>
                <a:close/>
                <a:moveTo>
                  <a:pt x="1815" y="4866"/>
                </a:moveTo>
                <a:cubicBezTo>
                  <a:pt x="1815" y="4879"/>
                  <a:pt x="1810" y="4891"/>
                  <a:pt x="1801" y="4899"/>
                </a:cubicBezTo>
                <a:cubicBezTo>
                  <a:pt x="1793" y="4907"/>
                  <a:pt x="1782" y="4910"/>
                  <a:pt x="1771" y="4910"/>
                </a:cubicBezTo>
                <a:cubicBezTo>
                  <a:pt x="1770" y="4910"/>
                  <a:pt x="1768" y="4910"/>
                  <a:pt x="1767" y="4910"/>
                </a:cubicBezTo>
                <a:lnTo>
                  <a:pt x="1198" y="4855"/>
                </a:lnTo>
                <a:cubicBezTo>
                  <a:pt x="1175" y="4852"/>
                  <a:pt x="1158" y="4833"/>
                  <a:pt x="1158" y="4811"/>
                </a:cubicBezTo>
                <a:lnTo>
                  <a:pt x="1158" y="3912"/>
                </a:lnTo>
                <a:cubicBezTo>
                  <a:pt x="1158" y="3889"/>
                  <a:pt x="1176" y="3870"/>
                  <a:pt x="1198" y="3868"/>
                </a:cubicBezTo>
                <a:lnTo>
                  <a:pt x="1768" y="3821"/>
                </a:lnTo>
                <a:cubicBezTo>
                  <a:pt x="1780" y="3820"/>
                  <a:pt x="1792" y="3824"/>
                  <a:pt x="1801" y="3832"/>
                </a:cubicBezTo>
                <a:cubicBezTo>
                  <a:pt x="1810" y="3841"/>
                  <a:pt x="1815" y="3852"/>
                  <a:pt x="1815" y="3865"/>
                </a:cubicBezTo>
                <a:lnTo>
                  <a:pt x="1815" y="4866"/>
                </a:lnTo>
                <a:close/>
                <a:moveTo>
                  <a:pt x="1815" y="3364"/>
                </a:moveTo>
                <a:cubicBezTo>
                  <a:pt x="1815" y="3386"/>
                  <a:pt x="1800" y="3404"/>
                  <a:pt x="1779" y="3408"/>
                </a:cubicBezTo>
                <a:lnTo>
                  <a:pt x="1210" y="3506"/>
                </a:lnTo>
                <a:cubicBezTo>
                  <a:pt x="1207" y="3506"/>
                  <a:pt x="1205" y="3507"/>
                  <a:pt x="1202" y="3507"/>
                </a:cubicBezTo>
                <a:cubicBezTo>
                  <a:pt x="1192" y="3507"/>
                  <a:pt x="1182" y="3503"/>
                  <a:pt x="1174" y="3496"/>
                </a:cubicBezTo>
                <a:cubicBezTo>
                  <a:pt x="1164" y="3488"/>
                  <a:pt x="1158" y="3475"/>
                  <a:pt x="1158" y="3463"/>
                </a:cubicBezTo>
                <a:lnTo>
                  <a:pt x="1158" y="2564"/>
                </a:lnTo>
                <a:cubicBezTo>
                  <a:pt x="1158" y="2545"/>
                  <a:pt x="1170" y="2528"/>
                  <a:pt x="1187" y="2522"/>
                </a:cubicBezTo>
                <a:lnTo>
                  <a:pt x="1756" y="2321"/>
                </a:lnTo>
                <a:cubicBezTo>
                  <a:pt x="1770" y="2316"/>
                  <a:pt x="1785" y="2318"/>
                  <a:pt x="1797" y="2327"/>
                </a:cubicBezTo>
                <a:cubicBezTo>
                  <a:pt x="1808" y="2335"/>
                  <a:pt x="1815" y="2348"/>
                  <a:pt x="1815" y="2363"/>
                </a:cubicBezTo>
                <a:lnTo>
                  <a:pt x="1815" y="3364"/>
                </a:lnTo>
                <a:lnTo>
                  <a:pt x="1815" y="3364"/>
                </a:lnTo>
                <a:close/>
                <a:moveTo>
                  <a:pt x="1815" y="1862"/>
                </a:moveTo>
                <a:cubicBezTo>
                  <a:pt x="1815" y="1879"/>
                  <a:pt x="1805" y="1895"/>
                  <a:pt x="1789" y="1902"/>
                </a:cubicBezTo>
                <a:lnTo>
                  <a:pt x="1220" y="2154"/>
                </a:lnTo>
                <a:cubicBezTo>
                  <a:pt x="1214" y="2157"/>
                  <a:pt x="1208" y="2158"/>
                  <a:pt x="1202" y="2158"/>
                </a:cubicBezTo>
                <a:cubicBezTo>
                  <a:pt x="1194" y="2158"/>
                  <a:pt x="1185" y="2156"/>
                  <a:pt x="1178" y="2151"/>
                </a:cubicBezTo>
                <a:cubicBezTo>
                  <a:pt x="1166" y="2143"/>
                  <a:pt x="1158" y="2129"/>
                  <a:pt x="1158" y="2114"/>
                </a:cubicBezTo>
                <a:lnTo>
                  <a:pt x="1158" y="1215"/>
                </a:lnTo>
                <a:cubicBezTo>
                  <a:pt x="1158" y="1200"/>
                  <a:pt x="1166" y="1186"/>
                  <a:pt x="1179" y="1178"/>
                </a:cubicBezTo>
                <a:lnTo>
                  <a:pt x="1748" y="823"/>
                </a:lnTo>
                <a:cubicBezTo>
                  <a:pt x="1762" y="814"/>
                  <a:pt x="1779" y="814"/>
                  <a:pt x="1793" y="822"/>
                </a:cubicBezTo>
                <a:cubicBezTo>
                  <a:pt x="1807" y="830"/>
                  <a:pt x="1815" y="845"/>
                  <a:pt x="1815" y="860"/>
                </a:cubicBezTo>
                <a:lnTo>
                  <a:pt x="1815" y="1862"/>
                </a:lnTo>
                <a:close/>
                <a:moveTo>
                  <a:pt x="3333" y="7238"/>
                </a:moveTo>
                <a:cubicBezTo>
                  <a:pt x="3333" y="7258"/>
                  <a:pt x="3319" y="7276"/>
                  <a:pt x="3300" y="7281"/>
                </a:cubicBezTo>
                <a:lnTo>
                  <a:pt x="2394" y="7509"/>
                </a:lnTo>
                <a:cubicBezTo>
                  <a:pt x="2390" y="7510"/>
                  <a:pt x="2387" y="7511"/>
                  <a:pt x="2383" y="7511"/>
                </a:cubicBezTo>
                <a:cubicBezTo>
                  <a:pt x="2373" y="7511"/>
                  <a:pt x="2364" y="7507"/>
                  <a:pt x="2356" y="7501"/>
                </a:cubicBezTo>
                <a:cubicBezTo>
                  <a:pt x="2345" y="7493"/>
                  <a:pt x="2339" y="7480"/>
                  <a:pt x="2339" y="7467"/>
                </a:cubicBezTo>
                <a:lnTo>
                  <a:pt x="2339" y="5400"/>
                </a:lnTo>
                <a:cubicBezTo>
                  <a:pt x="2339" y="5377"/>
                  <a:pt x="2357" y="5358"/>
                  <a:pt x="2379" y="5356"/>
                </a:cubicBezTo>
                <a:lnTo>
                  <a:pt x="3285" y="5278"/>
                </a:lnTo>
                <a:cubicBezTo>
                  <a:pt x="3298" y="5277"/>
                  <a:pt x="3310" y="5281"/>
                  <a:pt x="3319" y="5289"/>
                </a:cubicBezTo>
                <a:cubicBezTo>
                  <a:pt x="3328" y="5298"/>
                  <a:pt x="3333" y="5310"/>
                  <a:pt x="3333" y="5322"/>
                </a:cubicBezTo>
                <a:lnTo>
                  <a:pt x="3333" y="7238"/>
                </a:lnTo>
                <a:lnTo>
                  <a:pt x="3333" y="7238"/>
                </a:lnTo>
                <a:close/>
                <a:moveTo>
                  <a:pt x="3333" y="4843"/>
                </a:moveTo>
                <a:cubicBezTo>
                  <a:pt x="3333" y="4867"/>
                  <a:pt x="3315" y="4886"/>
                  <a:pt x="3291" y="4887"/>
                </a:cubicBezTo>
                <a:lnTo>
                  <a:pt x="2385" y="4928"/>
                </a:lnTo>
                <a:cubicBezTo>
                  <a:pt x="2384" y="4928"/>
                  <a:pt x="2384" y="4928"/>
                  <a:pt x="2383" y="4928"/>
                </a:cubicBezTo>
                <a:cubicBezTo>
                  <a:pt x="2372" y="4928"/>
                  <a:pt x="2361" y="4923"/>
                  <a:pt x="2352" y="4916"/>
                </a:cubicBezTo>
                <a:cubicBezTo>
                  <a:pt x="2344" y="4907"/>
                  <a:pt x="2339" y="4896"/>
                  <a:pt x="2339" y="4884"/>
                </a:cubicBezTo>
                <a:lnTo>
                  <a:pt x="2339" y="3851"/>
                </a:lnTo>
                <a:cubicBezTo>
                  <a:pt x="2339" y="3839"/>
                  <a:pt x="2344" y="3827"/>
                  <a:pt x="2352" y="3819"/>
                </a:cubicBezTo>
                <a:cubicBezTo>
                  <a:pt x="2361" y="3811"/>
                  <a:pt x="2372" y="3806"/>
                  <a:pt x="2384" y="3807"/>
                </a:cubicBezTo>
                <a:lnTo>
                  <a:pt x="3291" y="3841"/>
                </a:lnTo>
                <a:cubicBezTo>
                  <a:pt x="3314" y="3842"/>
                  <a:pt x="3333" y="3861"/>
                  <a:pt x="3333" y="3885"/>
                </a:cubicBezTo>
                <a:lnTo>
                  <a:pt x="3333" y="4843"/>
                </a:lnTo>
                <a:lnTo>
                  <a:pt x="3333" y="4843"/>
                </a:lnTo>
                <a:close/>
                <a:moveTo>
                  <a:pt x="3333" y="3406"/>
                </a:moveTo>
                <a:cubicBezTo>
                  <a:pt x="3333" y="3418"/>
                  <a:pt x="3328" y="3430"/>
                  <a:pt x="3319" y="3438"/>
                </a:cubicBezTo>
                <a:cubicBezTo>
                  <a:pt x="3311" y="3446"/>
                  <a:pt x="3300" y="3450"/>
                  <a:pt x="3289" y="3450"/>
                </a:cubicBezTo>
                <a:cubicBezTo>
                  <a:pt x="3288" y="3450"/>
                  <a:pt x="3286" y="3450"/>
                  <a:pt x="3285" y="3450"/>
                </a:cubicBezTo>
                <a:lnTo>
                  <a:pt x="2380" y="3378"/>
                </a:lnTo>
                <a:cubicBezTo>
                  <a:pt x="2357" y="3376"/>
                  <a:pt x="2339" y="3357"/>
                  <a:pt x="2339" y="3334"/>
                </a:cubicBezTo>
                <a:lnTo>
                  <a:pt x="2339" y="2300"/>
                </a:lnTo>
                <a:cubicBezTo>
                  <a:pt x="2339" y="2288"/>
                  <a:pt x="2345" y="2275"/>
                  <a:pt x="2354" y="2267"/>
                </a:cubicBezTo>
                <a:cubicBezTo>
                  <a:pt x="2364" y="2258"/>
                  <a:pt x="2377" y="2255"/>
                  <a:pt x="2390" y="2257"/>
                </a:cubicBezTo>
                <a:lnTo>
                  <a:pt x="3296" y="2404"/>
                </a:lnTo>
                <a:cubicBezTo>
                  <a:pt x="3317" y="2407"/>
                  <a:pt x="3333" y="2426"/>
                  <a:pt x="3333" y="2448"/>
                </a:cubicBezTo>
                <a:lnTo>
                  <a:pt x="3333" y="3406"/>
                </a:lnTo>
                <a:lnTo>
                  <a:pt x="3333" y="3406"/>
                </a:lnTo>
                <a:close/>
                <a:moveTo>
                  <a:pt x="3333" y="1969"/>
                </a:moveTo>
                <a:cubicBezTo>
                  <a:pt x="3333" y="1982"/>
                  <a:pt x="3327" y="1995"/>
                  <a:pt x="3317" y="2003"/>
                </a:cubicBezTo>
                <a:cubicBezTo>
                  <a:pt x="3309" y="2009"/>
                  <a:pt x="3299" y="2013"/>
                  <a:pt x="3289" y="2013"/>
                </a:cubicBezTo>
                <a:cubicBezTo>
                  <a:pt x="3286" y="2013"/>
                  <a:pt x="3283" y="2013"/>
                  <a:pt x="3280" y="2012"/>
                </a:cubicBezTo>
                <a:lnTo>
                  <a:pt x="2374" y="1827"/>
                </a:lnTo>
                <a:cubicBezTo>
                  <a:pt x="2354" y="1823"/>
                  <a:pt x="2339" y="1805"/>
                  <a:pt x="2339" y="1784"/>
                </a:cubicBezTo>
                <a:lnTo>
                  <a:pt x="2339" y="751"/>
                </a:lnTo>
                <a:cubicBezTo>
                  <a:pt x="2339" y="737"/>
                  <a:pt x="2345" y="724"/>
                  <a:pt x="2356" y="716"/>
                </a:cubicBezTo>
                <a:cubicBezTo>
                  <a:pt x="2367" y="707"/>
                  <a:pt x="2382" y="704"/>
                  <a:pt x="2395" y="708"/>
                </a:cubicBezTo>
                <a:lnTo>
                  <a:pt x="3301" y="968"/>
                </a:lnTo>
                <a:cubicBezTo>
                  <a:pt x="3320" y="974"/>
                  <a:pt x="3333" y="991"/>
                  <a:pt x="3333" y="1011"/>
                </a:cubicBezTo>
                <a:lnTo>
                  <a:pt x="3333" y="1969"/>
                </a:lnTo>
                <a:lnTo>
                  <a:pt x="3333" y="1969"/>
                </a:lnTo>
                <a:close/>
                <a:moveTo>
                  <a:pt x="4467" y="6952"/>
                </a:moveTo>
                <a:cubicBezTo>
                  <a:pt x="4467" y="6972"/>
                  <a:pt x="4454" y="6989"/>
                  <a:pt x="4434" y="6994"/>
                </a:cubicBezTo>
                <a:lnTo>
                  <a:pt x="3705" y="7179"/>
                </a:lnTo>
                <a:cubicBezTo>
                  <a:pt x="3702" y="7179"/>
                  <a:pt x="3698" y="7180"/>
                  <a:pt x="3694" y="7180"/>
                </a:cubicBezTo>
                <a:cubicBezTo>
                  <a:pt x="3685" y="7180"/>
                  <a:pt x="3675" y="7177"/>
                  <a:pt x="3667" y="7171"/>
                </a:cubicBezTo>
                <a:cubicBezTo>
                  <a:pt x="3657" y="7162"/>
                  <a:pt x="3650" y="7149"/>
                  <a:pt x="3650" y="7136"/>
                </a:cubicBezTo>
                <a:lnTo>
                  <a:pt x="3650" y="5287"/>
                </a:lnTo>
                <a:cubicBezTo>
                  <a:pt x="3650" y="5264"/>
                  <a:pt x="3668" y="5245"/>
                  <a:pt x="3691" y="5243"/>
                </a:cubicBezTo>
                <a:lnTo>
                  <a:pt x="4421" y="5180"/>
                </a:lnTo>
                <a:cubicBezTo>
                  <a:pt x="4434" y="5178"/>
                  <a:pt x="4446" y="5183"/>
                  <a:pt x="4455" y="5191"/>
                </a:cubicBezTo>
                <a:cubicBezTo>
                  <a:pt x="4464" y="5200"/>
                  <a:pt x="4469" y="5211"/>
                  <a:pt x="4469" y="5224"/>
                </a:cubicBezTo>
                <a:lnTo>
                  <a:pt x="4467" y="6952"/>
                </a:lnTo>
                <a:close/>
                <a:moveTo>
                  <a:pt x="4469" y="4792"/>
                </a:moveTo>
                <a:cubicBezTo>
                  <a:pt x="4469" y="4815"/>
                  <a:pt x="4451" y="4835"/>
                  <a:pt x="4427" y="4836"/>
                </a:cubicBezTo>
                <a:lnTo>
                  <a:pt x="3696" y="4869"/>
                </a:lnTo>
                <a:lnTo>
                  <a:pt x="3694" y="4869"/>
                </a:lnTo>
                <a:cubicBezTo>
                  <a:pt x="3683" y="4869"/>
                  <a:pt x="3672" y="4864"/>
                  <a:pt x="3664" y="4856"/>
                </a:cubicBezTo>
                <a:cubicBezTo>
                  <a:pt x="3655" y="4848"/>
                  <a:pt x="3650" y="4837"/>
                  <a:pt x="3650" y="4825"/>
                </a:cubicBezTo>
                <a:lnTo>
                  <a:pt x="3650" y="3900"/>
                </a:lnTo>
                <a:cubicBezTo>
                  <a:pt x="3650" y="3888"/>
                  <a:pt x="3655" y="3877"/>
                  <a:pt x="3664" y="3869"/>
                </a:cubicBezTo>
                <a:cubicBezTo>
                  <a:pt x="3672" y="3860"/>
                  <a:pt x="3684" y="3856"/>
                  <a:pt x="3696" y="3856"/>
                </a:cubicBezTo>
                <a:lnTo>
                  <a:pt x="4427" y="3884"/>
                </a:lnTo>
                <a:cubicBezTo>
                  <a:pt x="4450" y="3885"/>
                  <a:pt x="4469" y="3905"/>
                  <a:pt x="4469" y="3928"/>
                </a:cubicBezTo>
                <a:lnTo>
                  <a:pt x="4469" y="4792"/>
                </a:lnTo>
                <a:close/>
                <a:moveTo>
                  <a:pt x="4469" y="3496"/>
                </a:moveTo>
                <a:cubicBezTo>
                  <a:pt x="4469" y="3509"/>
                  <a:pt x="4464" y="3520"/>
                  <a:pt x="4455" y="3529"/>
                </a:cubicBezTo>
                <a:cubicBezTo>
                  <a:pt x="4447" y="3536"/>
                  <a:pt x="4436" y="3540"/>
                  <a:pt x="4425" y="3540"/>
                </a:cubicBezTo>
                <a:cubicBezTo>
                  <a:pt x="4424" y="3540"/>
                  <a:pt x="4423" y="3540"/>
                  <a:pt x="4422" y="3540"/>
                </a:cubicBezTo>
                <a:lnTo>
                  <a:pt x="3691" y="3482"/>
                </a:lnTo>
                <a:cubicBezTo>
                  <a:pt x="3668" y="3480"/>
                  <a:pt x="3650" y="3461"/>
                  <a:pt x="3650" y="3438"/>
                </a:cubicBezTo>
                <a:lnTo>
                  <a:pt x="3650" y="2513"/>
                </a:lnTo>
                <a:cubicBezTo>
                  <a:pt x="3650" y="2500"/>
                  <a:pt x="3656" y="2488"/>
                  <a:pt x="3666" y="2480"/>
                </a:cubicBezTo>
                <a:cubicBezTo>
                  <a:pt x="3675" y="2471"/>
                  <a:pt x="3688" y="2468"/>
                  <a:pt x="3701" y="2470"/>
                </a:cubicBezTo>
                <a:lnTo>
                  <a:pt x="4432" y="2589"/>
                </a:lnTo>
                <a:cubicBezTo>
                  <a:pt x="4453" y="2592"/>
                  <a:pt x="4469" y="2611"/>
                  <a:pt x="4469" y="2632"/>
                </a:cubicBezTo>
                <a:lnTo>
                  <a:pt x="4469" y="3496"/>
                </a:lnTo>
                <a:lnTo>
                  <a:pt x="4469" y="3496"/>
                </a:lnTo>
                <a:close/>
                <a:moveTo>
                  <a:pt x="4469" y="2200"/>
                </a:moveTo>
                <a:cubicBezTo>
                  <a:pt x="4469" y="2214"/>
                  <a:pt x="4463" y="2226"/>
                  <a:pt x="4453" y="2235"/>
                </a:cubicBezTo>
                <a:cubicBezTo>
                  <a:pt x="4445" y="2241"/>
                  <a:pt x="4435" y="2245"/>
                  <a:pt x="4425" y="2245"/>
                </a:cubicBezTo>
                <a:cubicBezTo>
                  <a:pt x="4422" y="2245"/>
                  <a:pt x="4419" y="2244"/>
                  <a:pt x="4416" y="2244"/>
                </a:cubicBezTo>
                <a:lnTo>
                  <a:pt x="3685" y="2095"/>
                </a:lnTo>
                <a:cubicBezTo>
                  <a:pt x="3665" y="2091"/>
                  <a:pt x="3650" y="2072"/>
                  <a:pt x="3650" y="2051"/>
                </a:cubicBezTo>
                <a:lnTo>
                  <a:pt x="3650" y="1127"/>
                </a:lnTo>
                <a:cubicBezTo>
                  <a:pt x="3650" y="1113"/>
                  <a:pt x="3657" y="1100"/>
                  <a:pt x="3668" y="1092"/>
                </a:cubicBezTo>
                <a:cubicBezTo>
                  <a:pt x="3679" y="1083"/>
                  <a:pt x="3693" y="1081"/>
                  <a:pt x="3706" y="1085"/>
                </a:cubicBezTo>
                <a:lnTo>
                  <a:pt x="4437" y="1294"/>
                </a:lnTo>
                <a:cubicBezTo>
                  <a:pt x="4456" y="1300"/>
                  <a:pt x="4469" y="1317"/>
                  <a:pt x="4469" y="1337"/>
                </a:cubicBezTo>
                <a:lnTo>
                  <a:pt x="4469" y="2200"/>
                </a:lnTo>
                <a:lnTo>
                  <a:pt x="4469" y="2200"/>
                </a:lnTo>
                <a:close/>
                <a:moveTo>
                  <a:pt x="5676" y="5119"/>
                </a:moveTo>
                <a:cubicBezTo>
                  <a:pt x="5676" y="5142"/>
                  <a:pt x="5659" y="5161"/>
                  <a:pt x="5636" y="5163"/>
                </a:cubicBezTo>
                <a:lnTo>
                  <a:pt x="5069" y="5212"/>
                </a:lnTo>
                <a:cubicBezTo>
                  <a:pt x="5068" y="5213"/>
                  <a:pt x="5067" y="5213"/>
                  <a:pt x="5066" y="5213"/>
                </a:cubicBezTo>
                <a:cubicBezTo>
                  <a:pt x="5055" y="5213"/>
                  <a:pt x="5044" y="5208"/>
                  <a:pt x="5036" y="5201"/>
                </a:cubicBezTo>
                <a:cubicBezTo>
                  <a:pt x="5027" y="5193"/>
                  <a:pt x="5022" y="5181"/>
                  <a:pt x="5022" y="5169"/>
                </a:cubicBezTo>
                <a:lnTo>
                  <a:pt x="5022" y="3953"/>
                </a:lnTo>
                <a:cubicBezTo>
                  <a:pt x="5022" y="3941"/>
                  <a:pt x="5026" y="3929"/>
                  <a:pt x="5035" y="3921"/>
                </a:cubicBezTo>
                <a:cubicBezTo>
                  <a:pt x="5044" y="3913"/>
                  <a:pt x="5055" y="3908"/>
                  <a:pt x="5067" y="3909"/>
                </a:cubicBezTo>
                <a:lnTo>
                  <a:pt x="5634" y="3930"/>
                </a:lnTo>
                <a:cubicBezTo>
                  <a:pt x="5658" y="3931"/>
                  <a:pt x="5676" y="3951"/>
                  <a:pt x="5676" y="3974"/>
                </a:cubicBezTo>
                <a:lnTo>
                  <a:pt x="5676" y="5119"/>
                </a:lnTo>
                <a:close/>
                <a:moveTo>
                  <a:pt x="5676" y="3592"/>
                </a:moveTo>
                <a:cubicBezTo>
                  <a:pt x="5676" y="3604"/>
                  <a:pt x="5671" y="3616"/>
                  <a:pt x="5662" y="3624"/>
                </a:cubicBezTo>
                <a:cubicBezTo>
                  <a:pt x="5654" y="3632"/>
                  <a:pt x="5643" y="3636"/>
                  <a:pt x="5632" y="3636"/>
                </a:cubicBezTo>
                <a:lnTo>
                  <a:pt x="5629" y="3636"/>
                </a:lnTo>
                <a:lnTo>
                  <a:pt x="5062" y="3591"/>
                </a:lnTo>
                <a:cubicBezTo>
                  <a:pt x="5039" y="3589"/>
                  <a:pt x="5022" y="3570"/>
                  <a:pt x="5022" y="3547"/>
                </a:cubicBezTo>
                <a:lnTo>
                  <a:pt x="5022" y="2331"/>
                </a:lnTo>
                <a:cubicBezTo>
                  <a:pt x="5022" y="2318"/>
                  <a:pt x="5028" y="2305"/>
                  <a:pt x="5038" y="2297"/>
                </a:cubicBezTo>
                <a:cubicBezTo>
                  <a:pt x="5048" y="2289"/>
                  <a:pt x="5062" y="2285"/>
                  <a:pt x="5075" y="2288"/>
                </a:cubicBezTo>
                <a:lnTo>
                  <a:pt x="5641" y="2404"/>
                </a:lnTo>
                <a:cubicBezTo>
                  <a:pt x="5662" y="2408"/>
                  <a:pt x="5677" y="2426"/>
                  <a:pt x="5677" y="2447"/>
                </a:cubicBezTo>
                <a:lnTo>
                  <a:pt x="5677" y="3592"/>
                </a:lnTo>
                <a:lnTo>
                  <a:pt x="5676" y="3592"/>
                </a:lnTo>
                <a:close/>
                <a:moveTo>
                  <a:pt x="6754" y="2018"/>
                </a:moveTo>
                <a:cubicBezTo>
                  <a:pt x="6754" y="2004"/>
                  <a:pt x="6760" y="1991"/>
                  <a:pt x="6771" y="1982"/>
                </a:cubicBezTo>
                <a:cubicBezTo>
                  <a:pt x="6782" y="1974"/>
                  <a:pt x="6796" y="1971"/>
                  <a:pt x="6809" y="1975"/>
                </a:cubicBezTo>
                <a:lnTo>
                  <a:pt x="7197" y="2086"/>
                </a:lnTo>
                <a:cubicBezTo>
                  <a:pt x="7216" y="2092"/>
                  <a:pt x="7229" y="2109"/>
                  <a:pt x="7229" y="2129"/>
                </a:cubicBezTo>
                <a:lnTo>
                  <a:pt x="7229" y="2764"/>
                </a:lnTo>
                <a:cubicBezTo>
                  <a:pt x="7229" y="2777"/>
                  <a:pt x="7223" y="2789"/>
                  <a:pt x="7213" y="2798"/>
                </a:cubicBezTo>
                <a:cubicBezTo>
                  <a:pt x="7205" y="2804"/>
                  <a:pt x="7195" y="2808"/>
                  <a:pt x="7185" y="2808"/>
                </a:cubicBezTo>
                <a:cubicBezTo>
                  <a:pt x="7182" y="2808"/>
                  <a:pt x="7179" y="2807"/>
                  <a:pt x="7176" y="2807"/>
                </a:cubicBezTo>
                <a:lnTo>
                  <a:pt x="6788" y="2728"/>
                </a:lnTo>
                <a:cubicBezTo>
                  <a:pt x="6768" y="2724"/>
                  <a:pt x="6753" y="2705"/>
                  <a:pt x="6753" y="2684"/>
                </a:cubicBezTo>
                <a:lnTo>
                  <a:pt x="6753" y="2018"/>
                </a:lnTo>
                <a:lnTo>
                  <a:pt x="6754" y="2018"/>
                </a:lnTo>
                <a:close/>
                <a:moveTo>
                  <a:pt x="6754" y="3018"/>
                </a:moveTo>
                <a:cubicBezTo>
                  <a:pt x="6754" y="3005"/>
                  <a:pt x="6759" y="2993"/>
                  <a:pt x="6769" y="2984"/>
                </a:cubicBezTo>
                <a:cubicBezTo>
                  <a:pt x="6779" y="2976"/>
                  <a:pt x="6792" y="2972"/>
                  <a:pt x="6805" y="2975"/>
                </a:cubicBezTo>
                <a:lnTo>
                  <a:pt x="7192" y="3038"/>
                </a:lnTo>
                <a:cubicBezTo>
                  <a:pt x="7213" y="3041"/>
                  <a:pt x="7229" y="3059"/>
                  <a:pt x="7229" y="3081"/>
                </a:cubicBezTo>
                <a:lnTo>
                  <a:pt x="7229" y="3716"/>
                </a:lnTo>
                <a:cubicBezTo>
                  <a:pt x="7229" y="3728"/>
                  <a:pt x="7224" y="3740"/>
                  <a:pt x="7215" y="3748"/>
                </a:cubicBezTo>
                <a:cubicBezTo>
                  <a:pt x="7206" y="3756"/>
                  <a:pt x="7196" y="3760"/>
                  <a:pt x="7185" y="3760"/>
                </a:cubicBezTo>
                <a:cubicBezTo>
                  <a:pt x="7184" y="3760"/>
                  <a:pt x="7182" y="3760"/>
                  <a:pt x="7181" y="3760"/>
                </a:cubicBezTo>
                <a:lnTo>
                  <a:pt x="6794" y="3729"/>
                </a:lnTo>
                <a:cubicBezTo>
                  <a:pt x="6771" y="3727"/>
                  <a:pt x="6754" y="3708"/>
                  <a:pt x="6754" y="3685"/>
                </a:cubicBezTo>
                <a:lnTo>
                  <a:pt x="6754" y="3018"/>
                </a:lnTo>
                <a:close/>
                <a:moveTo>
                  <a:pt x="6754" y="4018"/>
                </a:moveTo>
                <a:cubicBezTo>
                  <a:pt x="6754" y="4006"/>
                  <a:pt x="6758" y="3995"/>
                  <a:pt x="6767" y="3987"/>
                </a:cubicBezTo>
                <a:cubicBezTo>
                  <a:pt x="6776" y="3978"/>
                  <a:pt x="6787" y="3974"/>
                  <a:pt x="6799" y="3974"/>
                </a:cubicBezTo>
                <a:lnTo>
                  <a:pt x="7187" y="3989"/>
                </a:lnTo>
                <a:cubicBezTo>
                  <a:pt x="7210" y="3990"/>
                  <a:pt x="7229" y="4009"/>
                  <a:pt x="7229" y="4033"/>
                </a:cubicBezTo>
                <a:lnTo>
                  <a:pt x="7229" y="4668"/>
                </a:lnTo>
                <a:cubicBezTo>
                  <a:pt x="7229" y="4692"/>
                  <a:pt x="7210" y="4711"/>
                  <a:pt x="7187" y="4712"/>
                </a:cubicBezTo>
                <a:lnTo>
                  <a:pt x="6799" y="4729"/>
                </a:lnTo>
                <a:cubicBezTo>
                  <a:pt x="6799" y="4730"/>
                  <a:pt x="6798" y="4730"/>
                  <a:pt x="6797" y="4730"/>
                </a:cubicBezTo>
                <a:cubicBezTo>
                  <a:pt x="6786" y="4730"/>
                  <a:pt x="6775" y="4725"/>
                  <a:pt x="6767" y="4717"/>
                </a:cubicBezTo>
                <a:cubicBezTo>
                  <a:pt x="6758" y="4709"/>
                  <a:pt x="6753" y="4698"/>
                  <a:pt x="6753" y="4686"/>
                </a:cubicBezTo>
                <a:lnTo>
                  <a:pt x="6753" y="4018"/>
                </a:lnTo>
                <a:lnTo>
                  <a:pt x="6754" y="4018"/>
                </a:lnTo>
                <a:close/>
                <a:moveTo>
                  <a:pt x="6633" y="6405"/>
                </a:moveTo>
                <a:cubicBezTo>
                  <a:pt x="6633" y="6425"/>
                  <a:pt x="6619" y="6443"/>
                  <a:pt x="6600" y="6448"/>
                </a:cubicBezTo>
                <a:lnTo>
                  <a:pt x="6148" y="6562"/>
                </a:lnTo>
                <a:cubicBezTo>
                  <a:pt x="6144" y="6563"/>
                  <a:pt x="6140" y="6564"/>
                  <a:pt x="6137" y="6564"/>
                </a:cubicBezTo>
                <a:cubicBezTo>
                  <a:pt x="6127" y="6564"/>
                  <a:pt x="6117" y="6560"/>
                  <a:pt x="6110" y="6554"/>
                </a:cubicBezTo>
                <a:cubicBezTo>
                  <a:pt x="6099" y="6546"/>
                  <a:pt x="6093" y="6533"/>
                  <a:pt x="6093" y="6519"/>
                </a:cubicBezTo>
                <a:lnTo>
                  <a:pt x="6093" y="5076"/>
                </a:lnTo>
                <a:cubicBezTo>
                  <a:pt x="6093" y="5053"/>
                  <a:pt x="6110" y="5034"/>
                  <a:pt x="6133" y="5032"/>
                </a:cubicBezTo>
                <a:lnTo>
                  <a:pt x="6585" y="4993"/>
                </a:lnTo>
                <a:cubicBezTo>
                  <a:pt x="6597" y="4991"/>
                  <a:pt x="6609" y="4996"/>
                  <a:pt x="6618" y="5004"/>
                </a:cubicBezTo>
                <a:cubicBezTo>
                  <a:pt x="6628" y="5012"/>
                  <a:pt x="6633" y="5024"/>
                  <a:pt x="6633" y="5037"/>
                </a:cubicBezTo>
                <a:lnTo>
                  <a:pt x="6633" y="6405"/>
                </a:lnTo>
                <a:close/>
                <a:moveTo>
                  <a:pt x="6633" y="4695"/>
                </a:moveTo>
                <a:cubicBezTo>
                  <a:pt x="6633" y="4718"/>
                  <a:pt x="6614" y="4738"/>
                  <a:pt x="6591" y="4739"/>
                </a:cubicBezTo>
                <a:lnTo>
                  <a:pt x="6139" y="4759"/>
                </a:lnTo>
                <a:lnTo>
                  <a:pt x="6137" y="4759"/>
                </a:lnTo>
                <a:cubicBezTo>
                  <a:pt x="6125" y="4759"/>
                  <a:pt x="6114" y="4755"/>
                  <a:pt x="6106" y="4747"/>
                </a:cubicBezTo>
                <a:cubicBezTo>
                  <a:pt x="6097" y="4738"/>
                  <a:pt x="6093" y="4727"/>
                  <a:pt x="6093" y="4715"/>
                </a:cubicBezTo>
                <a:lnTo>
                  <a:pt x="6093" y="3993"/>
                </a:lnTo>
                <a:cubicBezTo>
                  <a:pt x="6093" y="3981"/>
                  <a:pt x="6097" y="3970"/>
                  <a:pt x="6106" y="3962"/>
                </a:cubicBezTo>
                <a:cubicBezTo>
                  <a:pt x="6115" y="3953"/>
                  <a:pt x="6126" y="3949"/>
                  <a:pt x="6138" y="3949"/>
                </a:cubicBezTo>
                <a:lnTo>
                  <a:pt x="6590" y="3966"/>
                </a:lnTo>
                <a:cubicBezTo>
                  <a:pt x="6614" y="3967"/>
                  <a:pt x="6633" y="3987"/>
                  <a:pt x="6633" y="4011"/>
                </a:cubicBezTo>
                <a:lnTo>
                  <a:pt x="6633" y="4695"/>
                </a:lnTo>
                <a:lnTo>
                  <a:pt x="6633" y="4695"/>
                </a:lnTo>
                <a:close/>
                <a:moveTo>
                  <a:pt x="6633" y="3668"/>
                </a:moveTo>
                <a:cubicBezTo>
                  <a:pt x="6633" y="3680"/>
                  <a:pt x="6628" y="3692"/>
                  <a:pt x="6619" y="3701"/>
                </a:cubicBezTo>
                <a:cubicBezTo>
                  <a:pt x="6610" y="3708"/>
                  <a:pt x="6600" y="3712"/>
                  <a:pt x="6589" y="3712"/>
                </a:cubicBezTo>
                <a:cubicBezTo>
                  <a:pt x="6587" y="3712"/>
                  <a:pt x="6586" y="3712"/>
                  <a:pt x="6585" y="3712"/>
                </a:cubicBezTo>
                <a:lnTo>
                  <a:pt x="6133" y="3676"/>
                </a:lnTo>
                <a:cubicBezTo>
                  <a:pt x="6110" y="3674"/>
                  <a:pt x="6093" y="3655"/>
                  <a:pt x="6093" y="3632"/>
                </a:cubicBezTo>
                <a:lnTo>
                  <a:pt x="6093" y="2911"/>
                </a:lnTo>
                <a:cubicBezTo>
                  <a:pt x="6093" y="2898"/>
                  <a:pt x="6098" y="2885"/>
                  <a:pt x="6108" y="2877"/>
                </a:cubicBezTo>
                <a:cubicBezTo>
                  <a:pt x="6118" y="2869"/>
                  <a:pt x="6131" y="2865"/>
                  <a:pt x="6144" y="2867"/>
                </a:cubicBezTo>
                <a:lnTo>
                  <a:pt x="6596" y="2941"/>
                </a:lnTo>
                <a:cubicBezTo>
                  <a:pt x="6617" y="2944"/>
                  <a:pt x="6633" y="2963"/>
                  <a:pt x="6633" y="2984"/>
                </a:cubicBezTo>
                <a:lnTo>
                  <a:pt x="6633" y="3668"/>
                </a:lnTo>
                <a:lnTo>
                  <a:pt x="6633" y="3668"/>
                </a:lnTo>
                <a:close/>
                <a:moveTo>
                  <a:pt x="6633" y="2642"/>
                </a:moveTo>
                <a:cubicBezTo>
                  <a:pt x="6633" y="2655"/>
                  <a:pt x="6627" y="2668"/>
                  <a:pt x="6616" y="2676"/>
                </a:cubicBezTo>
                <a:cubicBezTo>
                  <a:pt x="6608" y="2683"/>
                  <a:pt x="6599" y="2686"/>
                  <a:pt x="6589" y="2686"/>
                </a:cubicBezTo>
                <a:cubicBezTo>
                  <a:pt x="6586" y="2686"/>
                  <a:pt x="6583" y="2686"/>
                  <a:pt x="6580" y="2685"/>
                </a:cubicBezTo>
                <a:lnTo>
                  <a:pt x="6128" y="2593"/>
                </a:lnTo>
                <a:cubicBezTo>
                  <a:pt x="6107" y="2589"/>
                  <a:pt x="6093" y="2571"/>
                  <a:pt x="6093" y="2550"/>
                </a:cubicBezTo>
                <a:lnTo>
                  <a:pt x="6093" y="1828"/>
                </a:lnTo>
                <a:cubicBezTo>
                  <a:pt x="6093" y="1814"/>
                  <a:pt x="6099" y="1801"/>
                  <a:pt x="6110" y="1793"/>
                </a:cubicBezTo>
                <a:cubicBezTo>
                  <a:pt x="6121" y="1784"/>
                  <a:pt x="6135" y="1782"/>
                  <a:pt x="6149" y="1786"/>
                </a:cubicBezTo>
                <a:lnTo>
                  <a:pt x="6601" y="1915"/>
                </a:lnTo>
                <a:cubicBezTo>
                  <a:pt x="6619" y="1921"/>
                  <a:pt x="6632" y="1938"/>
                  <a:pt x="6632" y="1958"/>
                </a:cubicBezTo>
                <a:lnTo>
                  <a:pt x="6632" y="2642"/>
                </a:lnTo>
                <a:lnTo>
                  <a:pt x="6633" y="2642"/>
                </a:lnTo>
                <a:close/>
                <a:moveTo>
                  <a:pt x="7209" y="6294"/>
                </a:moveTo>
                <a:lnTo>
                  <a:pt x="6808" y="6395"/>
                </a:lnTo>
                <a:cubicBezTo>
                  <a:pt x="6805" y="6396"/>
                  <a:pt x="6801" y="6397"/>
                  <a:pt x="6798" y="6397"/>
                </a:cubicBezTo>
                <a:cubicBezTo>
                  <a:pt x="6788" y="6397"/>
                  <a:pt x="6778" y="6393"/>
                  <a:pt x="6770" y="6387"/>
                </a:cubicBezTo>
                <a:cubicBezTo>
                  <a:pt x="6760" y="6379"/>
                  <a:pt x="6754" y="6366"/>
                  <a:pt x="6754" y="6352"/>
                </a:cubicBezTo>
                <a:lnTo>
                  <a:pt x="6754" y="5019"/>
                </a:lnTo>
                <a:cubicBezTo>
                  <a:pt x="6754" y="4996"/>
                  <a:pt x="6771" y="4977"/>
                  <a:pt x="6794" y="4975"/>
                </a:cubicBezTo>
                <a:lnTo>
                  <a:pt x="7181" y="4941"/>
                </a:lnTo>
                <a:cubicBezTo>
                  <a:pt x="7193" y="4940"/>
                  <a:pt x="7205" y="4944"/>
                  <a:pt x="7214" y="4952"/>
                </a:cubicBezTo>
                <a:cubicBezTo>
                  <a:pt x="7224" y="4961"/>
                  <a:pt x="7229" y="4972"/>
                  <a:pt x="7229" y="4984"/>
                </a:cubicBezTo>
                <a:lnTo>
                  <a:pt x="7242" y="6251"/>
                </a:lnTo>
                <a:cubicBezTo>
                  <a:pt x="7242" y="6271"/>
                  <a:pt x="7229" y="6289"/>
                  <a:pt x="7209" y="6294"/>
                </a:cubicBezTo>
                <a:close/>
              </a:path>
            </a:pathLst>
          </a:custGeom>
          <a:solidFill>
            <a:srgbClr val="23A09C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77BC5F-17CD-7971-7B73-88163CE35EC1}"/>
              </a:ext>
            </a:extLst>
          </p:cNvPr>
          <p:cNvSpPr txBox="1"/>
          <p:nvPr/>
        </p:nvSpPr>
        <p:spPr>
          <a:xfrm>
            <a:off x="3585971" y="2181581"/>
            <a:ext cx="5556720" cy="182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Spectral Solution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也叫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Collocation)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68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3A387E-E261-CE39-8FB5-77F40ECD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6059" cy="685800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3401231-621B-CC53-2F19-B0EC62DB5FBF}"/>
              </a:ext>
            </a:extLst>
          </p:cNvPr>
          <p:cNvCxnSpPr/>
          <p:nvPr/>
        </p:nvCxnSpPr>
        <p:spPr>
          <a:xfrm>
            <a:off x="5446059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87BE789F-7A53-519C-4B92-897B701A8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483" y="0"/>
            <a:ext cx="6471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8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9088E7-EEA3-C213-4E07-162DC3A39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4494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002889-B158-E24D-F255-F52334DD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136" y="389190"/>
            <a:ext cx="4908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0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A8BB5D-6B34-3F5B-C700-51DA89E3B374}"/>
              </a:ext>
            </a:extLst>
          </p:cNvPr>
          <p:cNvSpPr txBox="1"/>
          <p:nvPr/>
        </p:nvSpPr>
        <p:spPr>
          <a:xfrm>
            <a:off x="0" y="96520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非线性情况的完整推导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8F0A73-5712-2411-0718-4782A4543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78840"/>
            <a:ext cx="5001706" cy="53289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4F95FE6-100D-74D8-FD2F-1E1D8D5A7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859" y="96520"/>
            <a:ext cx="5654040" cy="4360879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0021CC9-0902-F821-8C13-7D8842B51779}"/>
              </a:ext>
            </a:extLst>
          </p:cNvPr>
          <p:cNvCxnSpPr/>
          <p:nvPr/>
        </p:nvCxnSpPr>
        <p:spPr>
          <a:xfrm>
            <a:off x="5369859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E05F8C6A-7336-0214-A3C7-1AC9948EC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469868"/>
            <a:ext cx="4358341" cy="238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6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A719D"/>
            </a:gs>
            <a:gs pos="100000">
              <a:srgbClr val="23A09C"/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B7152-4DFA-9E0E-C41A-78469F91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BB552610-B1CB-DE30-5B73-45EEFD925E04}"/>
              </a:ext>
            </a:extLst>
          </p:cNvPr>
          <p:cNvGrpSpPr/>
          <p:nvPr/>
        </p:nvGrpSpPr>
        <p:grpSpPr>
          <a:xfrm>
            <a:off x="10867696" y="354418"/>
            <a:ext cx="887854" cy="486410"/>
            <a:chOff x="1487488" y="2636838"/>
            <a:chExt cx="3154363" cy="1577975"/>
          </a:xfrm>
          <a:solidFill>
            <a:schemeClr val="bg1"/>
          </a:solidFill>
        </p:grpSpPr>
        <p:sp>
          <p:nvSpPr>
            <p:cNvPr id="155" name="Freeform 53">
              <a:extLst>
                <a:ext uri="{FF2B5EF4-FFF2-40B4-BE49-F238E27FC236}">
                  <a16:creationId xmlns:a16="http://schemas.microsoft.com/office/drawing/2014/main" id="{7570B820-1702-0733-1A1D-E3775A75B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2636838"/>
              <a:ext cx="1447800" cy="425450"/>
            </a:xfrm>
            <a:custGeom>
              <a:avLst/>
              <a:gdLst>
                <a:gd name="T0" fmla="*/ 0 w 517"/>
                <a:gd name="T1" fmla="*/ 0 h 151"/>
                <a:gd name="T2" fmla="*/ 268 w 517"/>
                <a:gd name="T3" fmla="*/ 0 h 151"/>
                <a:gd name="T4" fmla="*/ 517 w 517"/>
                <a:gd name="T5" fmla="*/ 151 h 151"/>
                <a:gd name="T6" fmla="*/ 0 w 517"/>
                <a:gd name="T7" fmla="*/ 151 h 151"/>
                <a:gd name="T8" fmla="*/ 0 w 517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51">
                  <a:moveTo>
                    <a:pt x="0" y="0"/>
                  </a:moveTo>
                  <a:cubicBezTo>
                    <a:pt x="268" y="0"/>
                    <a:pt x="268" y="0"/>
                    <a:pt x="268" y="0"/>
                  </a:cubicBezTo>
                  <a:cubicBezTo>
                    <a:pt x="376" y="0"/>
                    <a:pt x="470" y="61"/>
                    <a:pt x="517" y="151"/>
                  </a:cubicBezTo>
                  <a:cubicBezTo>
                    <a:pt x="0" y="151"/>
                    <a:pt x="0" y="151"/>
                    <a:pt x="0" y="15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6" name="Freeform 54">
              <a:extLst>
                <a:ext uri="{FF2B5EF4-FFF2-40B4-BE49-F238E27FC236}">
                  <a16:creationId xmlns:a16="http://schemas.microsoft.com/office/drawing/2014/main" id="{B2E4A731-CC80-88B2-84C2-D1DA42730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3802063"/>
              <a:ext cx="1439863" cy="412750"/>
            </a:xfrm>
            <a:custGeom>
              <a:avLst/>
              <a:gdLst>
                <a:gd name="T0" fmla="*/ 268 w 514"/>
                <a:gd name="T1" fmla="*/ 147 h 147"/>
                <a:gd name="T2" fmla="*/ 0 w 514"/>
                <a:gd name="T3" fmla="*/ 147 h 147"/>
                <a:gd name="T4" fmla="*/ 0 w 514"/>
                <a:gd name="T5" fmla="*/ 0 h 147"/>
                <a:gd name="T6" fmla="*/ 514 w 514"/>
                <a:gd name="T7" fmla="*/ 0 h 147"/>
                <a:gd name="T8" fmla="*/ 268 w 514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4" h="147">
                  <a:moveTo>
                    <a:pt x="268" y="147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14" y="0"/>
                    <a:pt x="514" y="0"/>
                    <a:pt x="514" y="0"/>
                  </a:cubicBezTo>
                  <a:cubicBezTo>
                    <a:pt x="467" y="88"/>
                    <a:pt x="374" y="147"/>
                    <a:pt x="268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Freeform 55">
              <a:extLst>
                <a:ext uri="{FF2B5EF4-FFF2-40B4-BE49-F238E27FC236}">
                  <a16:creationId xmlns:a16="http://schemas.microsoft.com/office/drawing/2014/main" id="{87208133-DB4C-723F-FC4F-03C4297AB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3241676"/>
              <a:ext cx="1535113" cy="382588"/>
            </a:xfrm>
            <a:custGeom>
              <a:avLst/>
              <a:gdLst>
                <a:gd name="T0" fmla="*/ 548 w 548"/>
                <a:gd name="T1" fmla="*/ 65 h 136"/>
                <a:gd name="T2" fmla="*/ 539 w 548"/>
                <a:gd name="T3" fmla="*/ 136 h 136"/>
                <a:gd name="T4" fmla="*/ 0 w 548"/>
                <a:gd name="T5" fmla="*/ 136 h 136"/>
                <a:gd name="T6" fmla="*/ 0 w 548"/>
                <a:gd name="T7" fmla="*/ 0 h 136"/>
                <a:gd name="T8" fmla="*/ 540 w 548"/>
                <a:gd name="T9" fmla="*/ 0 h 136"/>
                <a:gd name="T10" fmla="*/ 548 w 548"/>
                <a:gd name="T11" fmla="*/ 6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8" h="136">
                  <a:moveTo>
                    <a:pt x="548" y="65"/>
                  </a:moveTo>
                  <a:cubicBezTo>
                    <a:pt x="548" y="90"/>
                    <a:pt x="545" y="114"/>
                    <a:pt x="539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5" y="21"/>
                    <a:pt x="548" y="43"/>
                    <a:pt x="548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8" name="Freeform 56">
              <a:extLst>
                <a:ext uri="{FF2B5EF4-FFF2-40B4-BE49-F238E27FC236}">
                  <a16:creationId xmlns:a16="http://schemas.microsoft.com/office/drawing/2014/main" id="{AFCA6B56-16D0-A556-601A-F2D24FCC0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563" y="3241676"/>
              <a:ext cx="603250" cy="382588"/>
            </a:xfrm>
            <a:custGeom>
              <a:avLst/>
              <a:gdLst>
                <a:gd name="T0" fmla="*/ 0 w 215"/>
                <a:gd name="T1" fmla="*/ 65 h 136"/>
                <a:gd name="T2" fmla="*/ 0 w 215"/>
                <a:gd name="T3" fmla="*/ 65 h 136"/>
                <a:gd name="T4" fmla="*/ 8 w 215"/>
                <a:gd name="T5" fmla="*/ 0 h 136"/>
                <a:gd name="T6" fmla="*/ 215 w 215"/>
                <a:gd name="T7" fmla="*/ 0 h 136"/>
                <a:gd name="T8" fmla="*/ 207 w 215"/>
                <a:gd name="T9" fmla="*/ 72 h 136"/>
                <a:gd name="T10" fmla="*/ 213 w 215"/>
                <a:gd name="T11" fmla="*/ 136 h 136"/>
                <a:gd name="T12" fmla="*/ 9 w 215"/>
                <a:gd name="T13" fmla="*/ 136 h 136"/>
                <a:gd name="T14" fmla="*/ 0 w 215"/>
                <a:gd name="T15" fmla="*/ 6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136">
                  <a:moveTo>
                    <a:pt x="0" y="6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43"/>
                    <a:pt x="3" y="21"/>
                    <a:pt x="8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10" y="23"/>
                    <a:pt x="207" y="47"/>
                    <a:pt x="207" y="72"/>
                  </a:cubicBezTo>
                  <a:cubicBezTo>
                    <a:pt x="207" y="94"/>
                    <a:pt x="209" y="116"/>
                    <a:pt x="213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4" y="114"/>
                    <a:pt x="0" y="90"/>
                    <a:pt x="0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9" name="Freeform 57">
              <a:extLst>
                <a:ext uri="{FF2B5EF4-FFF2-40B4-BE49-F238E27FC236}">
                  <a16:creationId xmlns:a16="http://schemas.microsoft.com/office/drawing/2014/main" id="{7FDCF397-BC67-9EB9-BE4B-23FAD024C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3802063"/>
              <a:ext cx="1443038" cy="412750"/>
            </a:xfrm>
            <a:custGeom>
              <a:avLst/>
              <a:gdLst>
                <a:gd name="T0" fmla="*/ 515 w 515"/>
                <a:gd name="T1" fmla="*/ 147 h 147"/>
                <a:gd name="T2" fmla="*/ 247 w 515"/>
                <a:gd name="T3" fmla="*/ 147 h 147"/>
                <a:gd name="T4" fmla="*/ 0 w 515"/>
                <a:gd name="T5" fmla="*/ 0 h 147"/>
                <a:gd name="T6" fmla="*/ 515 w 515"/>
                <a:gd name="T7" fmla="*/ 0 h 147"/>
                <a:gd name="T8" fmla="*/ 515 w 515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147">
                  <a:moveTo>
                    <a:pt x="515" y="147"/>
                  </a:moveTo>
                  <a:cubicBezTo>
                    <a:pt x="247" y="147"/>
                    <a:pt x="247" y="147"/>
                    <a:pt x="247" y="147"/>
                  </a:cubicBezTo>
                  <a:cubicBezTo>
                    <a:pt x="141" y="147"/>
                    <a:pt x="48" y="88"/>
                    <a:pt x="0" y="0"/>
                  </a:cubicBezTo>
                  <a:cubicBezTo>
                    <a:pt x="515" y="0"/>
                    <a:pt x="515" y="0"/>
                    <a:pt x="515" y="0"/>
                  </a:cubicBezTo>
                  <a:lnTo>
                    <a:pt x="515" y="1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Freeform 58">
              <a:extLst>
                <a:ext uri="{FF2B5EF4-FFF2-40B4-BE49-F238E27FC236}">
                  <a16:creationId xmlns:a16="http://schemas.microsoft.com/office/drawing/2014/main" id="{2C6CFAD4-2774-998D-3223-122A6CBFE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1" y="2636838"/>
              <a:ext cx="1447800" cy="425450"/>
            </a:xfrm>
            <a:custGeom>
              <a:avLst/>
              <a:gdLst>
                <a:gd name="T0" fmla="*/ 0 w 517"/>
                <a:gd name="T1" fmla="*/ 151 h 151"/>
                <a:gd name="T2" fmla="*/ 249 w 517"/>
                <a:gd name="T3" fmla="*/ 0 h 151"/>
                <a:gd name="T4" fmla="*/ 517 w 517"/>
                <a:gd name="T5" fmla="*/ 0 h 151"/>
                <a:gd name="T6" fmla="*/ 517 w 517"/>
                <a:gd name="T7" fmla="*/ 151 h 151"/>
                <a:gd name="T8" fmla="*/ 0 w 517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51">
                  <a:moveTo>
                    <a:pt x="0" y="151"/>
                  </a:moveTo>
                  <a:cubicBezTo>
                    <a:pt x="47" y="61"/>
                    <a:pt x="141" y="0"/>
                    <a:pt x="249" y="0"/>
                  </a:cubicBezTo>
                  <a:cubicBezTo>
                    <a:pt x="517" y="0"/>
                    <a:pt x="517" y="0"/>
                    <a:pt x="517" y="0"/>
                  </a:cubicBezTo>
                  <a:cubicBezTo>
                    <a:pt x="517" y="151"/>
                    <a:pt x="517" y="151"/>
                    <a:pt x="517" y="151"/>
                  </a:cubicBezTo>
                  <a:lnTo>
                    <a:pt x="0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61" name="Freeform 5">
            <a:extLst>
              <a:ext uri="{FF2B5EF4-FFF2-40B4-BE49-F238E27FC236}">
                <a16:creationId xmlns:a16="http://schemas.microsoft.com/office/drawing/2014/main" id="{89482AC7-69BB-15AB-5EEE-E7291A28782C}"/>
              </a:ext>
            </a:extLst>
          </p:cNvPr>
          <p:cNvSpPr>
            <a:spLocks noEditPoints="1"/>
          </p:cNvSpPr>
          <p:nvPr/>
        </p:nvSpPr>
        <p:spPr bwMode="auto">
          <a:xfrm>
            <a:off x="9835714" y="217805"/>
            <a:ext cx="797698" cy="769441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 hidden="1">
            <a:extLst>
              <a:ext uri="{FF2B5EF4-FFF2-40B4-BE49-F238E27FC236}">
                <a16:creationId xmlns:a16="http://schemas.microsoft.com/office/drawing/2014/main" id="{0977981F-1D96-ACCE-ACFE-5DAD2BC8E5E0}"/>
              </a:ext>
            </a:extLst>
          </p:cNvPr>
          <p:cNvSpPr/>
          <p:nvPr/>
        </p:nvSpPr>
        <p:spPr>
          <a:xfrm>
            <a:off x="5297520" y="3383926"/>
            <a:ext cx="1596960" cy="89070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al"/>
              <a:ea typeface="微软雅黑 Light"/>
              <a:cs typeface="+mn-cs"/>
            </a:endParaRPr>
          </a:p>
        </p:txBody>
      </p:sp>
      <p:sp>
        <p:nvSpPr>
          <p:cNvPr id="38" name="office-block_63657">
            <a:extLst>
              <a:ext uri="{FF2B5EF4-FFF2-40B4-BE49-F238E27FC236}">
                <a16:creationId xmlns:a16="http://schemas.microsoft.com/office/drawing/2014/main" id="{B5A726C6-7001-58C8-1A89-9FF852836F21}"/>
              </a:ext>
            </a:extLst>
          </p:cNvPr>
          <p:cNvSpPr>
            <a:spLocks noChangeAspect="1"/>
          </p:cNvSpPr>
          <p:nvPr/>
        </p:nvSpPr>
        <p:spPr bwMode="auto">
          <a:xfrm>
            <a:off x="8354581" y="2965664"/>
            <a:ext cx="1023364" cy="1347638"/>
          </a:xfrm>
          <a:custGeom>
            <a:avLst/>
            <a:gdLst>
              <a:gd name="T0" fmla="*/ 4888 w 7497"/>
              <a:gd name="T1" fmla="*/ 1013 h 7677"/>
              <a:gd name="T2" fmla="*/ 0 w 7497"/>
              <a:gd name="T3" fmla="*/ 1529 h 7677"/>
              <a:gd name="T4" fmla="*/ 4788 w 7497"/>
              <a:gd name="T5" fmla="*/ 6996 h 7677"/>
              <a:gd name="T6" fmla="*/ 783 w 7497"/>
              <a:gd name="T7" fmla="*/ 5989 h 7677"/>
              <a:gd name="T8" fmla="*/ 310 w 7497"/>
              <a:gd name="T9" fmla="*/ 5101 h 7677"/>
              <a:gd name="T10" fmla="*/ 783 w 7497"/>
              <a:gd name="T11" fmla="*/ 4766 h 7677"/>
              <a:gd name="T12" fmla="*/ 310 w 7497"/>
              <a:gd name="T13" fmla="*/ 3982 h 7677"/>
              <a:gd name="T14" fmla="*/ 783 w 7497"/>
              <a:gd name="T15" fmla="*/ 3543 h 7677"/>
              <a:gd name="T16" fmla="*/ 310 w 7497"/>
              <a:gd name="T17" fmla="*/ 2863 h 7677"/>
              <a:gd name="T18" fmla="*/ 783 w 7497"/>
              <a:gd name="T19" fmla="*/ 2319 h 7677"/>
              <a:gd name="T20" fmla="*/ 310 w 7497"/>
              <a:gd name="T21" fmla="*/ 1744 h 7677"/>
              <a:gd name="T22" fmla="*/ 1815 w 7497"/>
              <a:gd name="T23" fmla="*/ 6369 h 7677"/>
              <a:gd name="T24" fmla="*/ 1158 w 7497"/>
              <a:gd name="T25" fmla="*/ 5260 h 7677"/>
              <a:gd name="T26" fmla="*/ 1815 w 7497"/>
              <a:gd name="T27" fmla="*/ 6369 h 7677"/>
              <a:gd name="T28" fmla="*/ 1158 w 7497"/>
              <a:gd name="T29" fmla="*/ 4811 h 7677"/>
              <a:gd name="T30" fmla="*/ 1815 w 7497"/>
              <a:gd name="T31" fmla="*/ 4866 h 7677"/>
              <a:gd name="T32" fmla="*/ 1158 w 7497"/>
              <a:gd name="T33" fmla="*/ 3463 h 7677"/>
              <a:gd name="T34" fmla="*/ 1815 w 7497"/>
              <a:gd name="T35" fmla="*/ 3364 h 7677"/>
              <a:gd name="T36" fmla="*/ 1178 w 7497"/>
              <a:gd name="T37" fmla="*/ 2151 h 7677"/>
              <a:gd name="T38" fmla="*/ 1815 w 7497"/>
              <a:gd name="T39" fmla="*/ 860 h 7677"/>
              <a:gd name="T40" fmla="*/ 2356 w 7497"/>
              <a:gd name="T41" fmla="*/ 7501 h 7677"/>
              <a:gd name="T42" fmla="*/ 3333 w 7497"/>
              <a:gd name="T43" fmla="*/ 5322 h 7677"/>
              <a:gd name="T44" fmla="*/ 2383 w 7497"/>
              <a:gd name="T45" fmla="*/ 4928 h 7677"/>
              <a:gd name="T46" fmla="*/ 3291 w 7497"/>
              <a:gd name="T47" fmla="*/ 3841 h 7677"/>
              <a:gd name="T48" fmla="*/ 3289 w 7497"/>
              <a:gd name="T49" fmla="*/ 3450 h 7677"/>
              <a:gd name="T50" fmla="*/ 2390 w 7497"/>
              <a:gd name="T51" fmla="*/ 2257 h 7677"/>
              <a:gd name="T52" fmla="*/ 3317 w 7497"/>
              <a:gd name="T53" fmla="*/ 2003 h 7677"/>
              <a:gd name="T54" fmla="*/ 2356 w 7497"/>
              <a:gd name="T55" fmla="*/ 716 h 7677"/>
              <a:gd name="T56" fmla="*/ 4467 w 7497"/>
              <a:gd name="T57" fmla="*/ 6952 h 7677"/>
              <a:gd name="T58" fmla="*/ 3650 w 7497"/>
              <a:gd name="T59" fmla="*/ 5287 h 7677"/>
              <a:gd name="T60" fmla="*/ 4469 w 7497"/>
              <a:gd name="T61" fmla="*/ 4792 h 7677"/>
              <a:gd name="T62" fmla="*/ 3650 w 7497"/>
              <a:gd name="T63" fmla="*/ 3900 h 7677"/>
              <a:gd name="T64" fmla="*/ 4469 w 7497"/>
              <a:gd name="T65" fmla="*/ 3496 h 7677"/>
              <a:gd name="T66" fmla="*/ 3650 w 7497"/>
              <a:gd name="T67" fmla="*/ 2513 h 7677"/>
              <a:gd name="T68" fmla="*/ 4469 w 7497"/>
              <a:gd name="T69" fmla="*/ 3496 h 7677"/>
              <a:gd name="T70" fmla="*/ 3650 w 7497"/>
              <a:gd name="T71" fmla="*/ 2051 h 7677"/>
              <a:gd name="T72" fmla="*/ 4469 w 7497"/>
              <a:gd name="T73" fmla="*/ 2200 h 7677"/>
              <a:gd name="T74" fmla="*/ 5036 w 7497"/>
              <a:gd name="T75" fmla="*/ 5201 h 7677"/>
              <a:gd name="T76" fmla="*/ 5676 w 7497"/>
              <a:gd name="T77" fmla="*/ 3974 h 7677"/>
              <a:gd name="T78" fmla="*/ 5062 w 7497"/>
              <a:gd name="T79" fmla="*/ 3591 h 7677"/>
              <a:gd name="T80" fmla="*/ 5677 w 7497"/>
              <a:gd name="T81" fmla="*/ 2447 h 7677"/>
              <a:gd name="T82" fmla="*/ 7197 w 7497"/>
              <a:gd name="T83" fmla="*/ 2086 h 7677"/>
              <a:gd name="T84" fmla="*/ 6788 w 7497"/>
              <a:gd name="T85" fmla="*/ 2728 h 7677"/>
              <a:gd name="T86" fmla="*/ 6805 w 7497"/>
              <a:gd name="T87" fmla="*/ 2975 h 7677"/>
              <a:gd name="T88" fmla="*/ 7181 w 7497"/>
              <a:gd name="T89" fmla="*/ 3760 h 7677"/>
              <a:gd name="T90" fmla="*/ 6799 w 7497"/>
              <a:gd name="T91" fmla="*/ 3974 h 7677"/>
              <a:gd name="T92" fmla="*/ 6797 w 7497"/>
              <a:gd name="T93" fmla="*/ 4730 h 7677"/>
              <a:gd name="T94" fmla="*/ 6600 w 7497"/>
              <a:gd name="T95" fmla="*/ 6448 h 7677"/>
              <a:gd name="T96" fmla="*/ 6133 w 7497"/>
              <a:gd name="T97" fmla="*/ 5032 h 7677"/>
              <a:gd name="T98" fmla="*/ 6591 w 7497"/>
              <a:gd name="T99" fmla="*/ 4739 h 7677"/>
              <a:gd name="T100" fmla="*/ 6106 w 7497"/>
              <a:gd name="T101" fmla="*/ 3962 h 7677"/>
              <a:gd name="T102" fmla="*/ 6633 w 7497"/>
              <a:gd name="T103" fmla="*/ 3668 h 7677"/>
              <a:gd name="T104" fmla="*/ 6093 w 7497"/>
              <a:gd name="T105" fmla="*/ 2911 h 7677"/>
              <a:gd name="T106" fmla="*/ 6633 w 7497"/>
              <a:gd name="T107" fmla="*/ 3668 h 7677"/>
              <a:gd name="T108" fmla="*/ 6093 w 7497"/>
              <a:gd name="T109" fmla="*/ 2550 h 7677"/>
              <a:gd name="T110" fmla="*/ 6632 w 7497"/>
              <a:gd name="T111" fmla="*/ 2642 h 7677"/>
              <a:gd name="T112" fmla="*/ 6754 w 7497"/>
              <a:gd name="T113" fmla="*/ 6352 h 7677"/>
              <a:gd name="T114" fmla="*/ 7242 w 7497"/>
              <a:gd name="T115" fmla="*/ 6251 h 7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497" h="7677">
                <a:moveTo>
                  <a:pt x="7406" y="1745"/>
                </a:moveTo>
                <a:lnTo>
                  <a:pt x="5933" y="1261"/>
                </a:lnTo>
                <a:cubicBezTo>
                  <a:pt x="5933" y="1261"/>
                  <a:pt x="5914" y="1254"/>
                  <a:pt x="5888" y="1254"/>
                </a:cubicBezTo>
                <a:cubicBezTo>
                  <a:pt x="5862" y="1255"/>
                  <a:pt x="5842" y="1264"/>
                  <a:pt x="5842" y="1264"/>
                </a:cubicBezTo>
                <a:lnTo>
                  <a:pt x="4888" y="1653"/>
                </a:lnTo>
                <a:lnTo>
                  <a:pt x="4888" y="1013"/>
                </a:lnTo>
                <a:cubicBezTo>
                  <a:pt x="4888" y="956"/>
                  <a:pt x="4851" y="906"/>
                  <a:pt x="4797" y="888"/>
                </a:cubicBezTo>
                <a:lnTo>
                  <a:pt x="2126" y="11"/>
                </a:lnTo>
                <a:cubicBezTo>
                  <a:pt x="2126" y="11"/>
                  <a:pt x="2102" y="0"/>
                  <a:pt x="2067" y="5"/>
                </a:cubicBezTo>
                <a:cubicBezTo>
                  <a:pt x="2032" y="10"/>
                  <a:pt x="2007" y="29"/>
                  <a:pt x="2007" y="29"/>
                </a:cubicBezTo>
                <a:lnTo>
                  <a:pt x="55" y="1421"/>
                </a:lnTo>
                <a:cubicBezTo>
                  <a:pt x="20" y="1446"/>
                  <a:pt x="0" y="1486"/>
                  <a:pt x="0" y="1529"/>
                </a:cubicBezTo>
                <a:lnTo>
                  <a:pt x="0" y="6472"/>
                </a:lnTo>
                <a:cubicBezTo>
                  <a:pt x="0" y="6520"/>
                  <a:pt x="26" y="6564"/>
                  <a:pt x="68" y="6588"/>
                </a:cubicBezTo>
                <a:lnTo>
                  <a:pt x="2021" y="7658"/>
                </a:lnTo>
                <a:cubicBezTo>
                  <a:pt x="2021" y="7658"/>
                  <a:pt x="2040" y="7669"/>
                  <a:pt x="2069" y="7673"/>
                </a:cubicBezTo>
                <a:cubicBezTo>
                  <a:pt x="2098" y="7677"/>
                  <a:pt x="2117" y="7670"/>
                  <a:pt x="2117" y="7670"/>
                </a:cubicBezTo>
                <a:lnTo>
                  <a:pt x="4788" y="6996"/>
                </a:lnTo>
                <a:lnTo>
                  <a:pt x="5924" y="6709"/>
                </a:lnTo>
                <a:lnTo>
                  <a:pt x="7397" y="6338"/>
                </a:lnTo>
                <a:cubicBezTo>
                  <a:pt x="7455" y="6323"/>
                  <a:pt x="7497" y="6270"/>
                  <a:pt x="7497" y="6209"/>
                </a:cubicBezTo>
                <a:lnTo>
                  <a:pt x="7497" y="1871"/>
                </a:lnTo>
                <a:cubicBezTo>
                  <a:pt x="7497" y="1813"/>
                  <a:pt x="7460" y="1763"/>
                  <a:pt x="7406" y="1745"/>
                </a:cubicBezTo>
                <a:close/>
                <a:moveTo>
                  <a:pt x="783" y="5989"/>
                </a:moveTo>
                <a:cubicBezTo>
                  <a:pt x="783" y="6003"/>
                  <a:pt x="776" y="6017"/>
                  <a:pt x="764" y="6025"/>
                </a:cubicBezTo>
                <a:cubicBezTo>
                  <a:pt x="756" y="6030"/>
                  <a:pt x="747" y="6033"/>
                  <a:pt x="739" y="6033"/>
                </a:cubicBezTo>
                <a:cubicBezTo>
                  <a:pt x="734" y="6033"/>
                  <a:pt x="728" y="6032"/>
                  <a:pt x="723" y="6030"/>
                </a:cubicBezTo>
                <a:lnTo>
                  <a:pt x="339" y="5889"/>
                </a:lnTo>
                <a:cubicBezTo>
                  <a:pt x="321" y="5882"/>
                  <a:pt x="310" y="5866"/>
                  <a:pt x="310" y="5847"/>
                </a:cubicBezTo>
                <a:lnTo>
                  <a:pt x="310" y="5101"/>
                </a:lnTo>
                <a:cubicBezTo>
                  <a:pt x="310" y="5088"/>
                  <a:pt x="316" y="5076"/>
                  <a:pt x="326" y="5067"/>
                </a:cubicBezTo>
                <a:cubicBezTo>
                  <a:pt x="336" y="5059"/>
                  <a:pt x="349" y="5056"/>
                  <a:pt x="362" y="5058"/>
                </a:cubicBezTo>
                <a:lnTo>
                  <a:pt x="747" y="5130"/>
                </a:lnTo>
                <a:cubicBezTo>
                  <a:pt x="767" y="5134"/>
                  <a:pt x="783" y="5152"/>
                  <a:pt x="783" y="5173"/>
                </a:cubicBezTo>
                <a:lnTo>
                  <a:pt x="783" y="5989"/>
                </a:lnTo>
                <a:close/>
                <a:moveTo>
                  <a:pt x="783" y="4766"/>
                </a:moveTo>
                <a:cubicBezTo>
                  <a:pt x="783" y="4778"/>
                  <a:pt x="777" y="4790"/>
                  <a:pt x="768" y="4798"/>
                </a:cubicBezTo>
                <a:cubicBezTo>
                  <a:pt x="760" y="4806"/>
                  <a:pt x="750" y="4810"/>
                  <a:pt x="738" y="4810"/>
                </a:cubicBezTo>
                <a:cubicBezTo>
                  <a:pt x="737" y="4810"/>
                  <a:pt x="735" y="4810"/>
                  <a:pt x="734" y="4809"/>
                </a:cubicBezTo>
                <a:lnTo>
                  <a:pt x="350" y="4772"/>
                </a:lnTo>
                <a:cubicBezTo>
                  <a:pt x="327" y="4770"/>
                  <a:pt x="310" y="4751"/>
                  <a:pt x="310" y="4728"/>
                </a:cubicBezTo>
                <a:lnTo>
                  <a:pt x="310" y="3982"/>
                </a:lnTo>
                <a:cubicBezTo>
                  <a:pt x="310" y="3959"/>
                  <a:pt x="328" y="3940"/>
                  <a:pt x="350" y="3938"/>
                </a:cubicBezTo>
                <a:lnTo>
                  <a:pt x="735" y="3906"/>
                </a:lnTo>
                <a:cubicBezTo>
                  <a:pt x="747" y="3905"/>
                  <a:pt x="759" y="3910"/>
                  <a:pt x="768" y="3918"/>
                </a:cubicBezTo>
                <a:cubicBezTo>
                  <a:pt x="778" y="3926"/>
                  <a:pt x="783" y="3938"/>
                  <a:pt x="783" y="3950"/>
                </a:cubicBezTo>
                <a:lnTo>
                  <a:pt x="783" y="4766"/>
                </a:lnTo>
                <a:close/>
                <a:moveTo>
                  <a:pt x="783" y="3543"/>
                </a:moveTo>
                <a:cubicBezTo>
                  <a:pt x="783" y="3564"/>
                  <a:pt x="767" y="3582"/>
                  <a:pt x="746" y="3586"/>
                </a:cubicBezTo>
                <a:lnTo>
                  <a:pt x="361" y="3652"/>
                </a:lnTo>
                <a:cubicBezTo>
                  <a:pt x="359" y="3653"/>
                  <a:pt x="356" y="3653"/>
                  <a:pt x="354" y="3653"/>
                </a:cubicBezTo>
                <a:cubicBezTo>
                  <a:pt x="344" y="3653"/>
                  <a:pt x="334" y="3649"/>
                  <a:pt x="326" y="3643"/>
                </a:cubicBezTo>
                <a:cubicBezTo>
                  <a:pt x="315" y="3634"/>
                  <a:pt x="310" y="3622"/>
                  <a:pt x="310" y="3609"/>
                </a:cubicBezTo>
                <a:lnTo>
                  <a:pt x="310" y="2863"/>
                </a:lnTo>
                <a:cubicBezTo>
                  <a:pt x="310" y="2844"/>
                  <a:pt x="322" y="2827"/>
                  <a:pt x="339" y="2821"/>
                </a:cubicBezTo>
                <a:lnTo>
                  <a:pt x="724" y="2686"/>
                </a:lnTo>
                <a:cubicBezTo>
                  <a:pt x="737" y="2681"/>
                  <a:pt x="752" y="2683"/>
                  <a:pt x="764" y="2691"/>
                </a:cubicBezTo>
                <a:cubicBezTo>
                  <a:pt x="776" y="2699"/>
                  <a:pt x="783" y="2713"/>
                  <a:pt x="783" y="2727"/>
                </a:cubicBezTo>
                <a:lnTo>
                  <a:pt x="783" y="3543"/>
                </a:lnTo>
                <a:close/>
                <a:moveTo>
                  <a:pt x="783" y="2319"/>
                </a:moveTo>
                <a:cubicBezTo>
                  <a:pt x="783" y="2337"/>
                  <a:pt x="773" y="2353"/>
                  <a:pt x="756" y="2360"/>
                </a:cubicBezTo>
                <a:lnTo>
                  <a:pt x="372" y="2530"/>
                </a:lnTo>
                <a:cubicBezTo>
                  <a:pt x="366" y="2533"/>
                  <a:pt x="360" y="2534"/>
                  <a:pt x="354" y="2534"/>
                </a:cubicBezTo>
                <a:cubicBezTo>
                  <a:pt x="346" y="2534"/>
                  <a:pt x="337" y="2531"/>
                  <a:pt x="330" y="2527"/>
                </a:cubicBezTo>
                <a:cubicBezTo>
                  <a:pt x="317" y="2518"/>
                  <a:pt x="310" y="2505"/>
                  <a:pt x="310" y="2490"/>
                </a:cubicBezTo>
                <a:lnTo>
                  <a:pt x="310" y="1744"/>
                </a:lnTo>
                <a:cubicBezTo>
                  <a:pt x="310" y="1728"/>
                  <a:pt x="318" y="1714"/>
                  <a:pt x="331" y="1706"/>
                </a:cubicBezTo>
                <a:lnTo>
                  <a:pt x="715" y="1466"/>
                </a:lnTo>
                <a:cubicBezTo>
                  <a:pt x="729" y="1458"/>
                  <a:pt x="746" y="1457"/>
                  <a:pt x="760" y="1465"/>
                </a:cubicBezTo>
                <a:cubicBezTo>
                  <a:pt x="774" y="1473"/>
                  <a:pt x="783" y="1488"/>
                  <a:pt x="783" y="1504"/>
                </a:cubicBezTo>
                <a:lnTo>
                  <a:pt x="783" y="2319"/>
                </a:lnTo>
                <a:close/>
                <a:moveTo>
                  <a:pt x="1815" y="6369"/>
                </a:moveTo>
                <a:cubicBezTo>
                  <a:pt x="1815" y="6383"/>
                  <a:pt x="1808" y="6397"/>
                  <a:pt x="1797" y="6405"/>
                </a:cubicBezTo>
                <a:cubicBezTo>
                  <a:pt x="1789" y="6410"/>
                  <a:pt x="1780" y="6413"/>
                  <a:pt x="1771" y="6413"/>
                </a:cubicBezTo>
                <a:cubicBezTo>
                  <a:pt x="1766" y="6413"/>
                  <a:pt x="1761" y="6412"/>
                  <a:pt x="1756" y="6410"/>
                </a:cubicBezTo>
                <a:lnTo>
                  <a:pt x="1187" y="6201"/>
                </a:lnTo>
                <a:cubicBezTo>
                  <a:pt x="1169" y="6194"/>
                  <a:pt x="1158" y="6178"/>
                  <a:pt x="1158" y="6159"/>
                </a:cubicBezTo>
                <a:lnTo>
                  <a:pt x="1158" y="5260"/>
                </a:lnTo>
                <a:cubicBezTo>
                  <a:pt x="1158" y="5247"/>
                  <a:pt x="1164" y="5235"/>
                  <a:pt x="1174" y="5226"/>
                </a:cubicBezTo>
                <a:cubicBezTo>
                  <a:pt x="1184" y="5218"/>
                  <a:pt x="1198" y="5215"/>
                  <a:pt x="1210" y="5217"/>
                </a:cubicBezTo>
                <a:lnTo>
                  <a:pt x="1779" y="5324"/>
                </a:lnTo>
                <a:cubicBezTo>
                  <a:pt x="1800" y="5328"/>
                  <a:pt x="1816" y="5346"/>
                  <a:pt x="1816" y="5367"/>
                </a:cubicBezTo>
                <a:lnTo>
                  <a:pt x="1816" y="6369"/>
                </a:lnTo>
                <a:lnTo>
                  <a:pt x="1815" y="6369"/>
                </a:lnTo>
                <a:close/>
                <a:moveTo>
                  <a:pt x="1815" y="4866"/>
                </a:moveTo>
                <a:cubicBezTo>
                  <a:pt x="1815" y="4879"/>
                  <a:pt x="1810" y="4891"/>
                  <a:pt x="1801" y="4899"/>
                </a:cubicBezTo>
                <a:cubicBezTo>
                  <a:pt x="1793" y="4907"/>
                  <a:pt x="1782" y="4910"/>
                  <a:pt x="1771" y="4910"/>
                </a:cubicBezTo>
                <a:cubicBezTo>
                  <a:pt x="1770" y="4910"/>
                  <a:pt x="1768" y="4910"/>
                  <a:pt x="1767" y="4910"/>
                </a:cubicBezTo>
                <a:lnTo>
                  <a:pt x="1198" y="4855"/>
                </a:lnTo>
                <a:cubicBezTo>
                  <a:pt x="1175" y="4852"/>
                  <a:pt x="1158" y="4833"/>
                  <a:pt x="1158" y="4811"/>
                </a:cubicBezTo>
                <a:lnTo>
                  <a:pt x="1158" y="3912"/>
                </a:lnTo>
                <a:cubicBezTo>
                  <a:pt x="1158" y="3889"/>
                  <a:pt x="1176" y="3870"/>
                  <a:pt x="1198" y="3868"/>
                </a:cubicBezTo>
                <a:lnTo>
                  <a:pt x="1768" y="3821"/>
                </a:lnTo>
                <a:cubicBezTo>
                  <a:pt x="1780" y="3820"/>
                  <a:pt x="1792" y="3824"/>
                  <a:pt x="1801" y="3832"/>
                </a:cubicBezTo>
                <a:cubicBezTo>
                  <a:pt x="1810" y="3841"/>
                  <a:pt x="1815" y="3852"/>
                  <a:pt x="1815" y="3865"/>
                </a:cubicBezTo>
                <a:lnTo>
                  <a:pt x="1815" y="4866"/>
                </a:lnTo>
                <a:close/>
                <a:moveTo>
                  <a:pt x="1815" y="3364"/>
                </a:moveTo>
                <a:cubicBezTo>
                  <a:pt x="1815" y="3386"/>
                  <a:pt x="1800" y="3404"/>
                  <a:pt x="1779" y="3408"/>
                </a:cubicBezTo>
                <a:lnTo>
                  <a:pt x="1210" y="3506"/>
                </a:lnTo>
                <a:cubicBezTo>
                  <a:pt x="1207" y="3506"/>
                  <a:pt x="1205" y="3507"/>
                  <a:pt x="1202" y="3507"/>
                </a:cubicBezTo>
                <a:cubicBezTo>
                  <a:pt x="1192" y="3507"/>
                  <a:pt x="1182" y="3503"/>
                  <a:pt x="1174" y="3496"/>
                </a:cubicBezTo>
                <a:cubicBezTo>
                  <a:pt x="1164" y="3488"/>
                  <a:pt x="1158" y="3475"/>
                  <a:pt x="1158" y="3463"/>
                </a:cubicBezTo>
                <a:lnTo>
                  <a:pt x="1158" y="2564"/>
                </a:lnTo>
                <a:cubicBezTo>
                  <a:pt x="1158" y="2545"/>
                  <a:pt x="1170" y="2528"/>
                  <a:pt x="1187" y="2522"/>
                </a:cubicBezTo>
                <a:lnTo>
                  <a:pt x="1756" y="2321"/>
                </a:lnTo>
                <a:cubicBezTo>
                  <a:pt x="1770" y="2316"/>
                  <a:pt x="1785" y="2318"/>
                  <a:pt x="1797" y="2327"/>
                </a:cubicBezTo>
                <a:cubicBezTo>
                  <a:pt x="1808" y="2335"/>
                  <a:pt x="1815" y="2348"/>
                  <a:pt x="1815" y="2363"/>
                </a:cubicBezTo>
                <a:lnTo>
                  <a:pt x="1815" y="3364"/>
                </a:lnTo>
                <a:lnTo>
                  <a:pt x="1815" y="3364"/>
                </a:lnTo>
                <a:close/>
                <a:moveTo>
                  <a:pt x="1815" y="1862"/>
                </a:moveTo>
                <a:cubicBezTo>
                  <a:pt x="1815" y="1879"/>
                  <a:pt x="1805" y="1895"/>
                  <a:pt x="1789" y="1902"/>
                </a:cubicBezTo>
                <a:lnTo>
                  <a:pt x="1220" y="2154"/>
                </a:lnTo>
                <a:cubicBezTo>
                  <a:pt x="1214" y="2157"/>
                  <a:pt x="1208" y="2158"/>
                  <a:pt x="1202" y="2158"/>
                </a:cubicBezTo>
                <a:cubicBezTo>
                  <a:pt x="1194" y="2158"/>
                  <a:pt x="1185" y="2156"/>
                  <a:pt x="1178" y="2151"/>
                </a:cubicBezTo>
                <a:cubicBezTo>
                  <a:pt x="1166" y="2143"/>
                  <a:pt x="1158" y="2129"/>
                  <a:pt x="1158" y="2114"/>
                </a:cubicBezTo>
                <a:lnTo>
                  <a:pt x="1158" y="1215"/>
                </a:lnTo>
                <a:cubicBezTo>
                  <a:pt x="1158" y="1200"/>
                  <a:pt x="1166" y="1186"/>
                  <a:pt x="1179" y="1178"/>
                </a:cubicBezTo>
                <a:lnTo>
                  <a:pt x="1748" y="823"/>
                </a:lnTo>
                <a:cubicBezTo>
                  <a:pt x="1762" y="814"/>
                  <a:pt x="1779" y="814"/>
                  <a:pt x="1793" y="822"/>
                </a:cubicBezTo>
                <a:cubicBezTo>
                  <a:pt x="1807" y="830"/>
                  <a:pt x="1815" y="845"/>
                  <a:pt x="1815" y="860"/>
                </a:cubicBezTo>
                <a:lnTo>
                  <a:pt x="1815" y="1862"/>
                </a:lnTo>
                <a:close/>
                <a:moveTo>
                  <a:pt x="3333" y="7238"/>
                </a:moveTo>
                <a:cubicBezTo>
                  <a:pt x="3333" y="7258"/>
                  <a:pt x="3319" y="7276"/>
                  <a:pt x="3300" y="7281"/>
                </a:cubicBezTo>
                <a:lnTo>
                  <a:pt x="2394" y="7509"/>
                </a:lnTo>
                <a:cubicBezTo>
                  <a:pt x="2390" y="7510"/>
                  <a:pt x="2387" y="7511"/>
                  <a:pt x="2383" y="7511"/>
                </a:cubicBezTo>
                <a:cubicBezTo>
                  <a:pt x="2373" y="7511"/>
                  <a:pt x="2364" y="7507"/>
                  <a:pt x="2356" y="7501"/>
                </a:cubicBezTo>
                <a:cubicBezTo>
                  <a:pt x="2345" y="7493"/>
                  <a:pt x="2339" y="7480"/>
                  <a:pt x="2339" y="7467"/>
                </a:cubicBezTo>
                <a:lnTo>
                  <a:pt x="2339" y="5400"/>
                </a:lnTo>
                <a:cubicBezTo>
                  <a:pt x="2339" y="5377"/>
                  <a:pt x="2357" y="5358"/>
                  <a:pt x="2379" y="5356"/>
                </a:cubicBezTo>
                <a:lnTo>
                  <a:pt x="3285" y="5278"/>
                </a:lnTo>
                <a:cubicBezTo>
                  <a:pt x="3298" y="5277"/>
                  <a:pt x="3310" y="5281"/>
                  <a:pt x="3319" y="5289"/>
                </a:cubicBezTo>
                <a:cubicBezTo>
                  <a:pt x="3328" y="5298"/>
                  <a:pt x="3333" y="5310"/>
                  <a:pt x="3333" y="5322"/>
                </a:cubicBezTo>
                <a:lnTo>
                  <a:pt x="3333" y="7238"/>
                </a:lnTo>
                <a:lnTo>
                  <a:pt x="3333" y="7238"/>
                </a:lnTo>
                <a:close/>
                <a:moveTo>
                  <a:pt x="3333" y="4843"/>
                </a:moveTo>
                <a:cubicBezTo>
                  <a:pt x="3333" y="4867"/>
                  <a:pt x="3315" y="4886"/>
                  <a:pt x="3291" y="4887"/>
                </a:cubicBezTo>
                <a:lnTo>
                  <a:pt x="2385" y="4928"/>
                </a:lnTo>
                <a:cubicBezTo>
                  <a:pt x="2384" y="4928"/>
                  <a:pt x="2384" y="4928"/>
                  <a:pt x="2383" y="4928"/>
                </a:cubicBezTo>
                <a:cubicBezTo>
                  <a:pt x="2372" y="4928"/>
                  <a:pt x="2361" y="4923"/>
                  <a:pt x="2352" y="4916"/>
                </a:cubicBezTo>
                <a:cubicBezTo>
                  <a:pt x="2344" y="4907"/>
                  <a:pt x="2339" y="4896"/>
                  <a:pt x="2339" y="4884"/>
                </a:cubicBezTo>
                <a:lnTo>
                  <a:pt x="2339" y="3851"/>
                </a:lnTo>
                <a:cubicBezTo>
                  <a:pt x="2339" y="3839"/>
                  <a:pt x="2344" y="3827"/>
                  <a:pt x="2352" y="3819"/>
                </a:cubicBezTo>
                <a:cubicBezTo>
                  <a:pt x="2361" y="3811"/>
                  <a:pt x="2372" y="3806"/>
                  <a:pt x="2384" y="3807"/>
                </a:cubicBezTo>
                <a:lnTo>
                  <a:pt x="3291" y="3841"/>
                </a:lnTo>
                <a:cubicBezTo>
                  <a:pt x="3314" y="3842"/>
                  <a:pt x="3333" y="3861"/>
                  <a:pt x="3333" y="3885"/>
                </a:cubicBezTo>
                <a:lnTo>
                  <a:pt x="3333" y="4843"/>
                </a:lnTo>
                <a:lnTo>
                  <a:pt x="3333" y="4843"/>
                </a:lnTo>
                <a:close/>
                <a:moveTo>
                  <a:pt x="3333" y="3406"/>
                </a:moveTo>
                <a:cubicBezTo>
                  <a:pt x="3333" y="3418"/>
                  <a:pt x="3328" y="3430"/>
                  <a:pt x="3319" y="3438"/>
                </a:cubicBezTo>
                <a:cubicBezTo>
                  <a:pt x="3311" y="3446"/>
                  <a:pt x="3300" y="3450"/>
                  <a:pt x="3289" y="3450"/>
                </a:cubicBezTo>
                <a:cubicBezTo>
                  <a:pt x="3288" y="3450"/>
                  <a:pt x="3286" y="3450"/>
                  <a:pt x="3285" y="3450"/>
                </a:cubicBezTo>
                <a:lnTo>
                  <a:pt x="2380" y="3378"/>
                </a:lnTo>
                <a:cubicBezTo>
                  <a:pt x="2357" y="3376"/>
                  <a:pt x="2339" y="3357"/>
                  <a:pt x="2339" y="3334"/>
                </a:cubicBezTo>
                <a:lnTo>
                  <a:pt x="2339" y="2300"/>
                </a:lnTo>
                <a:cubicBezTo>
                  <a:pt x="2339" y="2288"/>
                  <a:pt x="2345" y="2275"/>
                  <a:pt x="2354" y="2267"/>
                </a:cubicBezTo>
                <a:cubicBezTo>
                  <a:pt x="2364" y="2258"/>
                  <a:pt x="2377" y="2255"/>
                  <a:pt x="2390" y="2257"/>
                </a:cubicBezTo>
                <a:lnTo>
                  <a:pt x="3296" y="2404"/>
                </a:lnTo>
                <a:cubicBezTo>
                  <a:pt x="3317" y="2407"/>
                  <a:pt x="3333" y="2426"/>
                  <a:pt x="3333" y="2448"/>
                </a:cubicBezTo>
                <a:lnTo>
                  <a:pt x="3333" y="3406"/>
                </a:lnTo>
                <a:lnTo>
                  <a:pt x="3333" y="3406"/>
                </a:lnTo>
                <a:close/>
                <a:moveTo>
                  <a:pt x="3333" y="1969"/>
                </a:moveTo>
                <a:cubicBezTo>
                  <a:pt x="3333" y="1982"/>
                  <a:pt x="3327" y="1995"/>
                  <a:pt x="3317" y="2003"/>
                </a:cubicBezTo>
                <a:cubicBezTo>
                  <a:pt x="3309" y="2009"/>
                  <a:pt x="3299" y="2013"/>
                  <a:pt x="3289" y="2013"/>
                </a:cubicBezTo>
                <a:cubicBezTo>
                  <a:pt x="3286" y="2013"/>
                  <a:pt x="3283" y="2013"/>
                  <a:pt x="3280" y="2012"/>
                </a:cubicBezTo>
                <a:lnTo>
                  <a:pt x="2374" y="1827"/>
                </a:lnTo>
                <a:cubicBezTo>
                  <a:pt x="2354" y="1823"/>
                  <a:pt x="2339" y="1805"/>
                  <a:pt x="2339" y="1784"/>
                </a:cubicBezTo>
                <a:lnTo>
                  <a:pt x="2339" y="751"/>
                </a:lnTo>
                <a:cubicBezTo>
                  <a:pt x="2339" y="737"/>
                  <a:pt x="2345" y="724"/>
                  <a:pt x="2356" y="716"/>
                </a:cubicBezTo>
                <a:cubicBezTo>
                  <a:pt x="2367" y="707"/>
                  <a:pt x="2382" y="704"/>
                  <a:pt x="2395" y="708"/>
                </a:cubicBezTo>
                <a:lnTo>
                  <a:pt x="3301" y="968"/>
                </a:lnTo>
                <a:cubicBezTo>
                  <a:pt x="3320" y="974"/>
                  <a:pt x="3333" y="991"/>
                  <a:pt x="3333" y="1011"/>
                </a:cubicBezTo>
                <a:lnTo>
                  <a:pt x="3333" y="1969"/>
                </a:lnTo>
                <a:lnTo>
                  <a:pt x="3333" y="1969"/>
                </a:lnTo>
                <a:close/>
                <a:moveTo>
                  <a:pt x="4467" y="6952"/>
                </a:moveTo>
                <a:cubicBezTo>
                  <a:pt x="4467" y="6972"/>
                  <a:pt x="4454" y="6989"/>
                  <a:pt x="4434" y="6994"/>
                </a:cubicBezTo>
                <a:lnTo>
                  <a:pt x="3705" y="7179"/>
                </a:lnTo>
                <a:cubicBezTo>
                  <a:pt x="3702" y="7179"/>
                  <a:pt x="3698" y="7180"/>
                  <a:pt x="3694" y="7180"/>
                </a:cubicBezTo>
                <a:cubicBezTo>
                  <a:pt x="3685" y="7180"/>
                  <a:pt x="3675" y="7177"/>
                  <a:pt x="3667" y="7171"/>
                </a:cubicBezTo>
                <a:cubicBezTo>
                  <a:pt x="3657" y="7162"/>
                  <a:pt x="3650" y="7149"/>
                  <a:pt x="3650" y="7136"/>
                </a:cubicBezTo>
                <a:lnTo>
                  <a:pt x="3650" y="5287"/>
                </a:lnTo>
                <a:cubicBezTo>
                  <a:pt x="3650" y="5264"/>
                  <a:pt x="3668" y="5245"/>
                  <a:pt x="3691" y="5243"/>
                </a:cubicBezTo>
                <a:lnTo>
                  <a:pt x="4421" y="5180"/>
                </a:lnTo>
                <a:cubicBezTo>
                  <a:pt x="4434" y="5178"/>
                  <a:pt x="4446" y="5183"/>
                  <a:pt x="4455" y="5191"/>
                </a:cubicBezTo>
                <a:cubicBezTo>
                  <a:pt x="4464" y="5200"/>
                  <a:pt x="4469" y="5211"/>
                  <a:pt x="4469" y="5224"/>
                </a:cubicBezTo>
                <a:lnTo>
                  <a:pt x="4467" y="6952"/>
                </a:lnTo>
                <a:close/>
                <a:moveTo>
                  <a:pt x="4469" y="4792"/>
                </a:moveTo>
                <a:cubicBezTo>
                  <a:pt x="4469" y="4815"/>
                  <a:pt x="4451" y="4835"/>
                  <a:pt x="4427" y="4836"/>
                </a:cubicBezTo>
                <a:lnTo>
                  <a:pt x="3696" y="4869"/>
                </a:lnTo>
                <a:lnTo>
                  <a:pt x="3694" y="4869"/>
                </a:lnTo>
                <a:cubicBezTo>
                  <a:pt x="3683" y="4869"/>
                  <a:pt x="3672" y="4864"/>
                  <a:pt x="3664" y="4856"/>
                </a:cubicBezTo>
                <a:cubicBezTo>
                  <a:pt x="3655" y="4848"/>
                  <a:pt x="3650" y="4837"/>
                  <a:pt x="3650" y="4825"/>
                </a:cubicBezTo>
                <a:lnTo>
                  <a:pt x="3650" y="3900"/>
                </a:lnTo>
                <a:cubicBezTo>
                  <a:pt x="3650" y="3888"/>
                  <a:pt x="3655" y="3877"/>
                  <a:pt x="3664" y="3869"/>
                </a:cubicBezTo>
                <a:cubicBezTo>
                  <a:pt x="3672" y="3860"/>
                  <a:pt x="3684" y="3856"/>
                  <a:pt x="3696" y="3856"/>
                </a:cubicBezTo>
                <a:lnTo>
                  <a:pt x="4427" y="3884"/>
                </a:lnTo>
                <a:cubicBezTo>
                  <a:pt x="4450" y="3885"/>
                  <a:pt x="4469" y="3905"/>
                  <a:pt x="4469" y="3928"/>
                </a:cubicBezTo>
                <a:lnTo>
                  <a:pt x="4469" y="4792"/>
                </a:lnTo>
                <a:close/>
                <a:moveTo>
                  <a:pt x="4469" y="3496"/>
                </a:moveTo>
                <a:cubicBezTo>
                  <a:pt x="4469" y="3509"/>
                  <a:pt x="4464" y="3520"/>
                  <a:pt x="4455" y="3529"/>
                </a:cubicBezTo>
                <a:cubicBezTo>
                  <a:pt x="4447" y="3536"/>
                  <a:pt x="4436" y="3540"/>
                  <a:pt x="4425" y="3540"/>
                </a:cubicBezTo>
                <a:cubicBezTo>
                  <a:pt x="4424" y="3540"/>
                  <a:pt x="4423" y="3540"/>
                  <a:pt x="4422" y="3540"/>
                </a:cubicBezTo>
                <a:lnTo>
                  <a:pt x="3691" y="3482"/>
                </a:lnTo>
                <a:cubicBezTo>
                  <a:pt x="3668" y="3480"/>
                  <a:pt x="3650" y="3461"/>
                  <a:pt x="3650" y="3438"/>
                </a:cubicBezTo>
                <a:lnTo>
                  <a:pt x="3650" y="2513"/>
                </a:lnTo>
                <a:cubicBezTo>
                  <a:pt x="3650" y="2500"/>
                  <a:pt x="3656" y="2488"/>
                  <a:pt x="3666" y="2480"/>
                </a:cubicBezTo>
                <a:cubicBezTo>
                  <a:pt x="3675" y="2471"/>
                  <a:pt x="3688" y="2468"/>
                  <a:pt x="3701" y="2470"/>
                </a:cubicBezTo>
                <a:lnTo>
                  <a:pt x="4432" y="2589"/>
                </a:lnTo>
                <a:cubicBezTo>
                  <a:pt x="4453" y="2592"/>
                  <a:pt x="4469" y="2611"/>
                  <a:pt x="4469" y="2632"/>
                </a:cubicBezTo>
                <a:lnTo>
                  <a:pt x="4469" y="3496"/>
                </a:lnTo>
                <a:lnTo>
                  <a:pt x="4469" y="3496"/>
                </a:lnTo>
                <a:close/>
                <a:moveTo>
                  <a:pt x="4469" y="2200"/>
                </a:moveTo>
                <a:cubicBezTo>
                  <a:pt x="4469" y="2214"/>
                  <a:pt x="4463" y="2226"/>
                  <a:pt x="4453" y="2235"/>
                </a:cubicBezTo>
                <a:cubicBezTo>
                  <a:pt x="4445" y="2241"/>
                  <a:pt x="4435" y="2245"/>
                  <a:pt x="4425" y="2245"/>
                </a:cubicBezTo>
                <a:cubicBezTo>
                  <a:pt x="4422" y="2245"/>
                  <a:pt x="4419" y="2244"/>
                  <a:pt x="4416" y="2244"/>
                </a:cubicBezTo>
                <a:lnTo>
                  <a:pt x="3685" y="2095"/>
                </a:lnTo>
                <a:cubicBezTo>
                  <a:pt x="3665" y="2091"/>
                  <a:pt x="3650" y="2072"/>
                  <a:pt x="3650" y="2051"/>
                </a:cubicBezTo>
                <a:lnTo>
                  <a:pt x="3650" y="1127"/>
                </a:lnTo>
                <a:cubicBezTo>
                  <a:pt x="3650" y="1113"/>
                  <a:pt x="3657" y="1100"/>
                  <a:pt x="3668" y="1092"/>
                </a:cubicBezTo>
                <a:cubicBezTo>
                  <a:pt x="3679" y="1083"/>
                  <a:pt x="3693" y="1081"/>
                  <a:pt x="3706" y="1085"/>
                </a:cubicBezTo>
                <a:lnTo>
                  <a:pt x="4437" y="1294"/>
                </a:lnTo>
                <a:cubicBezTo>
                  <a:pt x="4456" y="1300"/>
                  <a:pt x="4469" y="1317"/>
                  <a:pt x="4469" y="1337"/>
                </a:cubicBezTo>
                <a:lnTo>
                  <a:pt x="4469" y="2200"/>
                </a:lnTo>
                <a:lnTo>
                  <a:pt x="4469" y="2200"/>
                </a:lnTo>
                <a:close/>
                <a:moveTo>
                  <a:pt x="5676" y="5119"/>
                </a:moveTo>
                <a:cubicBezTo>
                  <a:pt x="5676" y="5142"/>
                  <a:pt x="5659" y="5161"/>
                  <a:pt x="5636" y="5163"/>
                </a:cubicBezTo>
                <a:lnTo>
                  <a:pt x="5069" y="5212"/>
                </a:lnTo>
                <a:cubicBezTo>
                  <a:pt x="5068" y="5213"/>
                  <a:pt x="5067" y="5213"/>
                  <a:pt x="5066" y="5213"/>
                </a:cubicBezTo>
                <a:cubicBezTo>
                  <a:pt x="5055" y="5213"/>
                  <a:pt x="5044" y="5208"/>
                  <a:pt x="5036" y="5201"/>
                </a:cubicBezTo>
                <a:cubicBezTo>
                  <a:pt x="5027" y="5193"/>
                  <a:pt x="5022" y="5181"/>
                  <a:pt x="5022" y="5169"/>
                </a:cubicBezTo>
                <a:lnTo>
                  <a:pt x="5022" y="3953"/>
                </a:lnTo>
                <a:cubicBezTo>
                  <a:pt x="5022" y="3941"/>
                  <a:pt x="5026" y="3929"/>
                  <a:pt x="5035" y="3921"/>
                </a:cubicBezTo>
                <a:cubicBezTo>
                  <a:pt x="5044" y="3913"/>
                  <a:pt x="5055" y="3908"/>
                  <a:pt x="5067" y="3909"/>
                </a:cubicBezTo>
                <a:lnTo>
                  <a:pt x="5634" y="3930"/>
                </a:lnTo>
                <a:cubicBezTo>
                  <a:pt x="5658" y="3931"/>
                  <a:pt x="5676" y="3951"/>
                  <a:pt x="5676" y="3974"/>
                </a:cubicBezTo>
                <a:lnTo>
                  <a:pt x="5676" y="5119"/>
                </a:lnTo>
                <a:close/>
                <a:moveTo>
                  <a:pt x="5676" y="3592"/>
                </a:moveTo>
                <a:cubicBezTo>
                  <a:pt x="5676" y="3604"/>
                  <a:pt x="5671" y="3616"/>
                  <a:pt x="5662" y="3624"/>
                </a:cubicBezTo>
                <a:cubicBezTo>
                  <a:pt x="5654" y="3632"/>
                  <a:pt x="5643" y="3636"/>
                  <a:pt x="5632" y="3636"/>
                </a:cubicBezTo>
                <a:lnTo>
                  <a:pt x="5629" y="3636"/>
                </a:lnTo>
                <a:lnTo>
                  <a:pt x="5062" y="3591"/>
                </a:lnTo>
                <a:cubicBezTo>
                  <a:pt x="5039" y="3589"/>
                  <a:pt x="5022" y="3570"/>
                  <a:pt x="5022" y="3547"/>
                </a:cubicBezTo>
                <a:lnTo>
                  <a:pt x="5022" y="2331"/>
                </a:lnTo>
                <a:cubicBezTo>
                  <a:pt x="5022" y="2318"/>
                  <a:pt x="5028" y="2305"/>
                  <a:pt x="5038" y="2297"/>
                </a:cubicBezTo>
                <a:cubicBezTo>
                  <a:pt x="5048" y="2289"/>
                  <a:pt x="5062" y="2285"/>
                  <a:pt x="5075" y="2288"/>
                </a:cubicBezTo>
                <a:lnTo>
                  <a:pt x="5641" y="2404"/>
                </a:lnTo>
                <a:cubicBezTo>
                  <a:pt x="5662" y="2408"/>
                  <a:pt x="5677" y="2426"/>
                  <a:pt x="5677" y="2447"/>
                </a:cubicBezTo>
                <a:lnTo>
                  <a:pt x="5677" y="3592"/>
                </a:lnTo>
                <a:lnTo>
                  <a:pt x="5676" y="3592"/>
                </a:lnTo>
                <a:close/>
                <a:moveTo>
                  <a:pt x="6754" y="2018"/>
                </a:moveTo>
                <a:cubicBezTo>
                  <a:pt x="6754" y="2004"/>
                  <a:pt x="6760" y="1991"/>
                  <a:pt x="6771" y="1982"/>
                </a:cubicBezTo>
                <a:cubicBezTo>
                  <a:pt x="6782" y="1974"/>
                  <a:pt x="6796" y="1971"/>
                  <a:pt x="6809" y="1975"/>
                </a:cubicBezTo>
                <a:lnTo>
                  <a:pt x="7197" y="2086"/>
                </a:lnTo>
                <a:cubicBezTo>
                  <a:pt x="7216" y="2092"/>
                  <a:pt x="7229" y="2109"/>
                  <a:pt x="7229" y="2129"/>
                </a:cubicBezTo>
                <a:lnTo>
                  <a:pt x="7229" y="2764"/>
                </a:lnTo>
                <a:cubicBezTo>
                  <a:pt x="7229" y="2777"/>
                  <a:pt x="7223" y="2789"/>
                  <a:pt x="7213" y="2798"/>
                </a:cubicBezTo>
                <a:cubicBezTo>
                  <a:pt x="7205" y="2804"/>
                  <a:pt x="7195" y="2808"/>
                  <a:pt x="7185" y="2808"/>
                </a:cubicBezTo>
                <a:cubicBezTo>
                  <a:pt x="7182" y="2808"/>
                  <a:pt x="7179" y="2807"/>
                  <a:pt x="7176" y="2807"/>
                </a:cubicBezTo>
                <a:lnTo>
                  <a:pt x="6788" y="2728"/>
                </a:lnTo>
                <a:cubicBezTo>
                  <a:pt x="6768" y="2724"/>
                  <a:pt x="6753" y="2705"/>
                  <a:pt x="6753" y="2684"/>
                </a:cubicBezTo>
                <a:lnTo>
                  <a:pt x="6753" y="2018"/>
                </a:lnTo>
                <a:lnTo>
                  <a:pt x="6754" y="2018"/>
                </a:lnTo>
                <a:close/>
                <a:moveTo>
                  <a:pt x="6754" y="3018"/>
                </a:moveTo>
                <a:cubicBezTo>
                  <a:pt x="6754" y="3005"/>
                  <a:pt x="6759" y="2993"/>
                  <a:pt x="6769" y="2984"/>
                </a:cubicBezTo>
                <a:cubicBezTo>
                  <a:pt x="6779" y="2976"/>
                  <a:pt x="6792" y="2972"/>
                  <a:pt x="6805" y="2975"/>
                </a:cubicBezTo>
                <a:lnTo>
                  <a:pt x="7192" y="3038"/>
                </a:lnTo>
                <a:cubicBezTo>
                  <a:pt x="7213" y="3041"/>
                  <a:pt x="7229" y="3059"/>
                  <a:pt x="7229" y="3081"/>
                </a:cubicBezTo>
                <a:lnTo>
                  <a:pt x="7229" y="3716"/>
                </a:lnTo>
                <a:cubicBezTo>
                  <a:pt x="7229" y="3728"/>
                  <a:pt x="7224" y="3740"/>
                  <a:pt x="7215" y="3748"/>
                </a:cubicBezTo>
                <a:cubicBezTo>
                  <a:pt x="7206" y="3756"/>
                  <a:pt x="7196" y="3760"/>
                  <a:pt x="7185" y="3760"/>
                </a:cubicBezTo>
                <a:cubicBezTo>
                  <a:pt x="7184" y="3760"/>
                  <a:pt x="7182" y="3760"/>
                  <a:pt x="7181" y="3760"/>
                </a:cubicBezTo>
                <a:lnTo>
                  <a:pt x="6794" y="3729"/>
                </a:lnTo>
                <a:cubicBezTo>
                  <a:pt x="6771" y="3727"/>
                  <a:pt x="6754" y="3708"/>
                  <a:pt x="6754" y="3685"/>
                </a:cubicBezTo>
                <a:lnTo>
                  <a:pt x="6754" y="3018"/>
                </a:lnTo>
                <a:close/>
                <a:moveTo>
                  <a:pt x="6754" y="4018"/>
                </a:moveTo>
                <a:cubicBezTo>
                  <a:pt x="6754" y="4006"/>
                  <a:pt x="6758" y="3995"/>
                  <a:pt x="6767" y="3987"/>
                </a:cubicBezTo>
                <a:cubicBezTo>
                  <a:pt x="6776" y="3978"/>
                  <a:pt x="6787" y="3974"/>
                  <a:pt x="6799" y="3974"/>
                </a:cubicBezTo>
                <a:lnTo>
                  <a:pt x="7187" y="3989"/>
                </a:lnTo>
                <a:cubicBezTo>
                  <a:pt x="7210" y="3990"/>
                  <a:pt x="7229" y="4009"/>
                  <a:pt x="7229" y="4033"/>
                </a:cubicBezTo>
                <a:lnTo>
                  <a:pt x="7229" y="4668"/>
                </a:lnTo>
                <a:cubicBezTo>
                  <a:pt x="7229" y="4692"/>
                  <a:pt x="7210" y="4711"/>
                  <a:pt x="7187" y="4712"/>
                </a:cubicBezTo>
                <a:lnTo>
                  <a:pt x="6799" y="4729"/>
                </a:lnTo>
                <a:cubicBezTo>
                  <a:pt x="6799" y="4730"/>
                  <a:pt x="6798" y="4730"/>
                  <a:pt x="6797" y="4730"/>
                </a:cubicBezTo>
                <a:cubicBezTo>
                  <a:pt x="6786" y="4730"/>
                  <a:pt x="6775" y="4725"/>
                  <a:pt x="6767" y="4717"/>
                </a:cubicBezTo>
                <a:cubicBezTo>
                  <a:pt x="6758" y="4709"/>
                  <a:pt x="6753" y="4698"/>
                  <a:pt x="6753" y="4686"/>
                </a:cubicBezTo>
                <a:lnTo>
                  <a:pt x="6753" y="4018"/>
                </a:lnTo>
                <a:lnTo>
                  <a:pt x="6754" y="4018"/>
                </a:lnTo>
                <a:close/>
                <a:moveTo>
                  <a:pt x="6633" y="6405"/>
                </a:moveTo>
                <a:cubicBezTo>
                  <a:pt x="6633" y="6425"/>
                  <a:pt x="6619" y="6443"/>
                  <a:pt x="6600" y="6448"/>
                </a:cubicBezTo>
                <a:lnTo>
                  <a:pt x="6148" y="6562"/>
                </a:lnTo>
                <a:cubicBezTo>
                  <a:pt x="6144" y="6563"/>
                  <a:pt x="6140" y="6564"/>
                  <a:pt x="6137" y="6564"/>
                </a:cubicBezTo>
                <a:cubicBezTo>
                  <a:pt x="6127" y="6564"/>
                  <a:pt x="6117" y="6560"/>
                  <a:pt x="6110" y="6554"/>
                </a:cubicBezTo>
                <a:cubicBezTo>
                  <a:pt x="6099" y="6546"/>
                  <a:pt x="6093" y="6533"/>
                  <a:pt x="6093" y="6519"/>
                </a:cubicBezTo>
                <a:lnTo>
                  <a:pt x="6093" y="5076"/>
                </a:lnTo>
                <a:cubicBezTo>
                  <a:pt x="6093" y="5053"/>
                  <a:pt x="6110" y="5034"/>
                  <a:pt x="6133" y="5032"/>
                </a:cubicBezTo>
                <a:lnTo>
                  <a:pt x="6585" y="4993"/>
                </a:lnTo>
                <a:cubicBezTo>
                  <a:pt x="6597" y="4991"/>
                  <a:pt x="6609" y="4996"/>
                  <a:pt x="6618" y="5004"/>
                </a:cubicBezTo>
                <a:cubicBezTo>
                  <a:pt x="6628" y="5012"/>
                  <a:pt x="6633" y="5024"/>
                  <a:pt x="6633" y="5037"/>
                </a:cubicBezTo>
                <a:lnTo>
                  <a:pt x="6633" y="6405"/>
                </a:lnTo>
                <a:close/>
                <a:moveTo>
                  <a:pt x="6633" y="4695"/>
                </a:moveTo>
                <a:cubicBezTo>
                  <a:pt x="6633" y="4718"/>
                  <a:pt x="6614" y="4738"/>
                  <a:pt x="6591" y="4739"/>
                </a:cubicBezTo>
                <a:lnTo>
                  <a:pt x="6139" y="4759"/>
                </a:lnTo>
                <a:lnTo>
                  <a:pt x="6137" y="4759"/>
                </a:lnTo>
                <a:cubicBezTo>
                  <a:pt x="6125" y="4759"/>
                  <a:pt x="6114" y="4755"/>
                  <a:pt x="6106" y="4747"/>
                </a:cubicBezTo>
                <a:cubicBezTo>
                  <a:pt x="6097" y="4738"/>
                  <a:pt x="6093" y="4727"/>
                  <a:pt x="6093" y="4715"/>
                </a:cubicBezTo>
                <a:lnTo>
                  <a:pt x="6093" y="3993"/>
                </a:lnTo>
                <a:cubicBezTo>
                  <a:pt x="6093" y="3981"/>
                  <a:pt x="6097" y="3970"/>
                  <a:pt x="6106" y="3962"/>
                </a:cubicBezTo>
                <a:cubicBezTo>
                  <a:pt x="6115" y="3953"/>
                  <a:pt x="6126" y="3949"/>
                  <a:pt x="6138" y="3949"/>
                </a:cubicBezTo>
                <a:lnTo>
                  <a:pt x="6590" y="3966"/>
                </a:lnTo>
                <a:cubicBezTo>
                  <a:pt x="6614" y="3967"/>
                  <a:pt x="6633" y="3987"/>
                  <a:pt x="6633" y="4011"/>
                </a:cubicBezTo>
                <a:lnTo>
                  <a:pt x="6633" y="4695"/>
                </a:lnTo>
                <a:lnTo>
                  <a:pt x="6633" y="4695"/>
                </a:lnTo>
                <a:close/>
                <a:moveTo>
                  <a:pt x="6633" y="3668"/>
                </a:moveTo>
                <a:cubicBezTo>
                  <a:pt x="6633" y="3680"/>
                  <a:pt x="6628" y="3692"/>
                  <a:pt x="6619" y="3701"/>
                </a:cubicBezTo>
                <a:cubicBezTo>
                  <a:pt x="6610" y="3708"/>
                  <a:pt x="6600" y="3712"/>
                  <a:pt x="6589" y="3712"/>
                </a:cubicBezTo>
                <a:cubicBezTo>
                  <a:pt x="6587" y="3712"/>
                  <a:pt x="6586" y="3712"/>
                  <a:pt x="6585" y="3712"/>
                </a:cubicBezTo>
                <a:lnTo>
                  <a:pt x="6133" y="3676"/>
                </a:lnTo>
                <a:cubicBezTo>
                  <a:pt x="6110" y="3674"/>
                  <a:pt x="6093" y="3655"/>
                  <a:pt x="6093" y="3632"/>
                </a:cubicBezTo>
                <a:lnTo>
                  <a:pt x="6093" y="2911"/>
                </a:lnTo>
                <a:cubicBezTo>
                  <a:pt x="6093" y="2898"/>
                  <a:pt x="6098" y="2885"/>
                  <a:pt x="6108" y="2877"/>
                </a:cubicBezTo>
                <a:cubicBezTo>
                  <a:pt x="6118" y="2869"/>
                  <a:pt x="6131" y="2865"/>
                  <a:pt x="6144" y="2867"/>
                </a:cubicBezTo>
                <a:lnTo>
                  <a:pt x="6596" y="2941"/>
                </a:lnTo>
                <a:cubicBezTo>
                  <a:pt x="6617" y="2944"/>
                  <a:pt x="6633" y="2963"/>
                  <a:pt x="6633" y="2984"/>
                </a:cubicBezTo>
                <a:lnTo>
                  <a:pt x="6633" y="3668"/>
                </a:lnTo>
                <a:lnTo>
                  <a:pt x="6633" y="3668"/>
                </a:lnTo>
                <a:close/>
                <a:moveTo>
                  <a:pt x="6633" y="2642"/>
                </a:moveTo>
                <a:cubicBezTo>
                  <a:pt x="6633" y="2655"/>
                  <a:pt x="6627" y="2668"/>
                  <a:pt x="6616" y="2676"/>
                </a:cubicBezTo>
                <a:cubicBezTo>
                  <a:pt x="6608" y="2683"/>
                  <a:pt x="6599" y="2686"/>
                  <a:pt x="6589" y="2686"/>
                </a:cubicBezTo>
                <a:cubicBezTo>
                  <a:pt x="6586" y="2686"/>
                  <a:pt x="6583" y="2686"/>
                  <a:pt x="6580" y="2685"/>
                </a:cubicBezTo>
                <a:lnTo>
                  <a:pt x="6128" y="2593"/>
                </a:lnTo>
                <a:cubicBezTo>
                  <a:pt x="6107" y="2589"/>
                  <a:pt x="6093" y="2571"/>
                  <a:pt x="6093" y="2550"/>
                </a:cubicBezTo>
                <a:lnTo>
                  <a:pt x="6093" y="1828"/>
                </a:lnTo>
                <a:cubicBezTo>
                  <a:pt x="6093" y="1814"/>
                  <a:pt x="6099" y="1801"/>
                  <a:pt x="6110" y="1793"/>
                </a:cubicBezTo>
                <a:cubicBezTo>
                  <a:pt x="6121" y="1784"/>
                  <a:pt x="6135" y="1782"/>
                  <a:pt x="6149" y="1786"/>
                </a:cubicBezTo>
                <a:lnTo>
                  <a:pt x="6601" y="1915"/>
                </a:lnTo>
                <a:cubicBezTo>
                  <a:pt x="6619" y="1921"/>
                  <a:pt x="6632" y="1938"/>
                  <a:pt x="6632" y="1958"/>
                </a:cubicBezTo>
                <a:lnTo>
                  <a:pt x="6632" y="2642"/>
                </a:lnTo>
                <a:lnTo>
                  <a:pt x="6633" y="2642"/>
                </a:lnTo>
                <a:close/>
                <a:moveTo>
                  <a:pt x="7209" y="6294"/>
                </a:moveTo>
                <a:lnTo>
                  <a:pt x="6808" y="6395"/>
                </a:lnTo>
                <a:cubicBezTo>
                  <a:pt x="6805" y="6396"/>
                  <a:pt x="6801" y="6397"/>
                  <a:pt x="6798" y="6397"/>
                </a:cubicBezTo>
                <a:cubicBezTo>
                  <a:pt x="6788" y="6397"/>
                  <a:pt x="6778" y="6393"/>
                  <a:pt x="6770" y="6387"/>
                </a:cubicBezTo>
                <a:cubicBezTo>
                  <a:pt x="6760" y="6379"/>
                  <a:pt x="6754" y="6366"/>
                  <a:pt x="6754" y="6352"/>
                </a:cubicBezTo>
                <a:lnTo>
                  <a:pt x="6754" y="5019"/>
                </a:lnTo>
                <a:cubicBezTo>
                  <a:pt x="6754" y="4996"/>
                  <a:pt x="6771" y="4977"/>
                  <a:pt x="6794" y="4975"/>
                </a:cubicBezTo>
                <a:lnTo>
                  <a:pt x="7181" y="4941"/>
                </a:lnTo>
                <a:cubicBezTo>
                  <a:pt x="7193" y="4940"/>
                  <a:pt x="7205" y="4944"/>
                  <a:pt x="7214" y="4952"/>
                </a:cubicBezTo>
                <a:cubicBezTo>
                  <a:pt x="7224" y="4961"/>
                  <a:pt x="7229" y="4972"/>
                  <a:pt x="7229" y="4984"/>
                </a:cubicBezTo>
                <a:lnTo>
                  <a:pt x="7242" y="6251"/>
                </a:lnTo>
                <a:cubicBezTo>
                  <a:pt x="7242" y="6271"/>
                  <a:pt x="7229" y="6289"/>
                  <a:pt x="7209" y="6294"/>
                </a:cubicBezTo>
                <a:close/>
              </a:path>
            </a:pathLst>
          </a:custGeom>
          <a:solidFill>
            <a:srgbClr val="23A09C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96C3A6-288F-9EF7-EF38-0040DA81F84C}"/>
              </a:ext>
            </a:extLst>
          </p:cNvPr>
          <p:cNvSpPr txBox="1"/>
          <p:nvPr/>
        </p:nvSpPr>
        <p:spPr>
          <a:xfrm>
            <a:off x="4233671" y="2393248"/>
            <a:ext cx="5556720" cy="898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电路方程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83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C199-D000-FE5C-20C5-C414E2E4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06FB65D7-6B1A-E579-A97E-9E4173093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58" y="5084508"/>
            <a:ext cx="3084271" cy="1715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65CD81D-9AF0-521D-27DC-D06A84BA5B3A}"/>
                  </a:ext>
                </a:extLst>
              </p:cNvPr>
              <p:cNvSpPr txBox="1"/>
              <p:nvPr/>
            </p:nvSpPr>
            <p:spPr>
              <a:xfrm>
                <a:off x="4836253" y="965990"/>
                <a:ext cx="3897092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zh-CN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zh-CN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0" lang="zh-CN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𝑑𝑥</m:t>
                                  </m:r>
                                </m:num>
                                <m:den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𝐴𝑥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0" lang="en-US" altLang="zh-C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𝑛𝑙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kumimoji="0" lang="en-US" altLang="zh-C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𝑛𝑙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𝑔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𝑛𝑙</m:t>
                                  </m:r>
                                </m:sub>
                              </m:s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65CD81D-9AF0-521D-27DC-D06A84BA5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53" y="965990"/>
                <a:ext cx="3897092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505D533-B17A-F105-00F8-00B586829B37}"/>
                  </a:ext>
                </a:extLst>
              </p:cNvPr>
              <p:cNvSpPr txBox="1"/>
              <p:nvPr/>
            </p:nvSpPr>
            <p:spPr>
              <a:xfrm>
                <a:off x="844242" y="1279769"/>
                <a:ext cx="1782860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zh-CN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zh-CN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0" lang="zh-CN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𝑑𝑥</m:t>
                                  </m:r>
                                </m:num>
                                <m:den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𝐴𝑥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𝐵𝑢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𝐶𝑥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𝐷𝑢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505D533-B17A-F105-00F8-00B586829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42" y="1279769"/>
                <a:ext cx="1782860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1307A554-2290-1DD5-5503-07BF9CB49E0E}"/>
              </a:ext>
            </a:extLst>
          </p:cNvPr>
          <p:cNvSpPr txBox="1"/>
          <p:nvPr/>
        </p:nvSpPr>
        <p:spPr>
          <a:xfrm>
            <a:off x="914400" y="74528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对于线性问题：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386964E-791C-B54C-51A0-0C9AA909614A}"/>
                  </a:ext>
                </a:extLst>
              </p:cNvPr>
              <p:cNvSpPr txBox="1"/>
              <p:nvPr/>
            </p:nvSpPr>
            <p:spPr>
              <a:xfrm>
                <a:off x="914400" y="2421539"/>
                <a:ext cx="17281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400" b="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i="0" dirty="0"/>
                  <a:t>是电路中的电源项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386964E-791C-B54C-51A0-0C9AA9096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421539"/>
                <a:ext cx="1728102" cy="30777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D931653D-9243-BE3E-FE86-9E7F86720F89}"/>
              </a:ext>
            </a:extLst>
          </p:cNvPr>
          <p:cNvSpPr txBox="1"/>
          <p:nvPr/>
        </p:nvSpPr>
        <p:spPr>
          <a:xfrm>
            <a:off x="4836253" y="526676"/>
            <a:ext cx="203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对于非线性问题：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9CC7C90-802E-9D7E-F0AD-F58380BD8EBE}"/>
                  </a:ext>
                </a:extLst>
              </p:cNvPr>
              <p:cNvSpPr txBox="1"/>
              <p:nvPr/>
            </p:nvSpPr>
            <p:spPr>
              <a:xfrm>
                <a:off x="4836253" y="2052207"/>
                <a:ext cx="748179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sz="1400" dirty="0"/>
                  <a:t>是电路中的电源项；</a:t>
                </a:r>
                <a:endParaRPr lang="en-US" altLang="zh-CN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r>
                  <a:rPr lang="zh-CN" altLang="en-US" sz="1400" dirty="0"/>
                  <a:t>是电路中非线性元件所在的支路的电流，即：所有的非线性元件被看作一个受控电流源，参与到状态空间方程中。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9CC7C90-802E-9D7E-F0AD-F58380BD8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53" y="2052207"/>
                <a:ext cx="7481795" cy="738664"/>
              </a:xfrm>
              <a:prstGeom prst="rect">
                <a:avLst/>
              </a:prstGeom>
              <a:blipFill>
                <a:blip r:embed="rId6"/>
                <a:stretch>
                  <a:fillRect l="-244" t="-1653" b="-7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97FCC58-BBB6-1E4E-4E01-DAA6F5BC7AD1}"/>
                  </a:ext>
                </a:extLst>
              </p:cNvPr>
              <p:cNvSpPr txBox="1"/>
              <p:nvPr/>
            </p:nvSpPr>
            <p:spPr>
              <a:xfrm>
                <a:off x="4836253" y="2886824"/>
                <a:ext cx="7409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 dirty="0"/>
                  <a:t>，已知；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zh-CN" altLang="en-US" sz="1400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𝒏𝒍</m:t>
                        </m:r>
                      </m:sub>
                    </m:sSub>
                  </m:oMath>
                </a14:m>
                <a:r>
                  <a:rPr lang="zh-CN" altLang="en-US" sz="1400" b="1" dirty="0"/>
                  <a:t>为已知常数，由电路拓扑和线性元件</a:t>
                </a:r>
                <a:r>
                  <a:rPr lang="en-US" altLang="zh-CN" sz="1400" b="1" dirty="0"/>
                  <a:t>(R</a:t>
                </a:r>
                <a:r>
                  <a:rPr lang="zh-CN" altLang="en-US" sz="1400" b="1" dirty="0"/>
                  <a:t>、</a:t>
                </a:r>
                <a:r>
                  <a:rPr lang="en-US" altLang="zh-CN" sz="1400" b="1" dirty="0"/>
                  <a:t>L</a:t>
                </a:r>
                <a:r>
                  <a:rPr lang="zh-CN" altLang="en-US" sz="1400" b="1" dirty="0"/>
                  <a:t>、</a:t>
                </a:r>
                <a:r>
                  <a:rPr lang="en-US" altLang="zh-CN" sz="1400" b="1" dirty="0"/>
                  <a:t>C)</a:t>
                </a:r>
                <a:r>
                  <a:rPr lang="zh-CN" altLang="en-US" sz="1400" b="1" dirty="0"/>
                  <a:t>的取值决定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97FCC58-BBB6-1E4E-4E01-DAA6F5BC7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53" y="2886824"/>
                <a:ext cx="7409903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391E166-5F0E-E19F-BE67-A77AC7D42217}"/>
              </a:ext>
            </a:extLst>
          </p:cNvPr>
          <p:cNvCxnSpPr/>
          <p:nvPr/>
        </p:nvCxnSpPr>
        <p:spPr>
          <a:xfrm>
            <a:off x="-16934" y="3224234"/>
            <a:ext cx="12225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D3F20C4A-663C-4F9E-E61B-F12FCFAC9EA7}"/>
              </a:ext>
            </a:extLst>
          </p:cNvPr>
          <p:cNvSpPr txBox="1"/>
          <p:nvPr/>
        </p:nvSpPr>
        <p:spPr>
          <a:xfrm>
            <a:off x="67269" y="3778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 i="1">
                <a:latin typeface="Cambria Math" panose="02040503050406030204" pitchFamily="18" charset="0"/>
              </a:defRPr>
            </a:lvl1pPr>
          </a:lstStyle>
          <a:p>
            <a:r>
              <a:rPr lang="zh-CN" altLang="en-US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电路方程的列写方法：状态空间法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2598B8C-274C-8023-4FB0-82D4A0302C53}"/>
                  </a:ext>
                </a:extLst>
              </p:cNvPr>
              <p:cNvSpPr txBox="1"/>
              <p:nvPr/>
            </p:nvSpPr>
            <p:spPr>
              <a:xfrm>
                <a:off x="5399284" y="4900492"/>
                <a:ext cx="6334807" cy="1742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若</a:t>
                </a:r>
                <a:r>
                  <a:rPr lang="en-US" altLang="zh-CN" sz="1400" dirty="0"/>
                  <a:t>MOV</a:t>
                </a:r>
                <a:r>
                  <a:rPr lang="zh-CN" altLang="en-US" sz="1400" dirty="0"/>
                  <a:t>和</a:t>
                </a:r>
                <a:r>
                  <a:rPr lang="en-US" altLang="zh-CN" sz="1400" dirty="0"/>
                  <a:t>IGCT</a:t>
                </a:r>
                <a:r>
                  <a:rPr lang="zh-CN" altLang="en-US" sz="1400" dirty="0"/>
                  <a:t>的</a:t>
                </a:r>
                <a:r>
                  <a:rPr lang="en-US" altLang="zh-CN" sz="1400" dirty="0" err="1"/>
                  <a:t>i</a:t>
                </a:r>
                <a:r>
                  <a:rPr lang="en-US" altLang="zh-CN" sz="1400" dirty="0"/>
                  <a:t>-v</a:t>
                </a:r>
                <a:r>
                  <a:rPr lang="zh-CN" altLang="en-US" sz="1400" dirty="0"/>
                  <a:t>特性分别为：</a:t>
                </a:r>
                <a:endParaRPr lang="en-US" altLang="zh-C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𝑖𝑔𝑐𝑡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𝑖𝑔𝑐𝑡</m:t>
                          </m:r>
                        </m:sub>
                      </m:sSub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𝑀𝑂𝑉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𝑀𝑂𝑉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400" dirty="0"/>
              </a:p>
              <a:p>
                <a:r>
                  <a:rPr lang="zh-CN" altLang="en-US" sz="1400" dirty="0"/>
                  <a:t>第</a:t>
                </a:r>
                <a:r>
                  <a:rPr lang="en-US" altLang="zh-CN" sz="1400" dirty="0"/>
                  <a:t>k</a:t>
                </a:r>
                <a:r>
                  <a:rPr lang="zh-CN" altLang="en-US" sz="1400" dirty="0"/>
                  <a:t>个模块的</a:t>
                </a:r>
                <a:r>
                  <a:rPr lang="en-US" altLang="zh-CN" sz="1400" dirty="0"/>
                  <a:t>MOV</a:t>
                </a:r>
                <a:r>
                  <a:rPr lang="zh-CN" altLang="en-US" sz="1400" dirty="0"/>
                  <a:t>的端电压记作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/>
                  <a:t>，则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𝑛𝑙</m:t>
                            </m:r>
                          </m:sub>
                        </m:sSub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400" dirty="0"/>
                  <a:t>写作：</a:t>
                </a:r>
                <a:endParaRPr lang="en-US" altLang="zh-C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𝑖𝑔𝑐𝑡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𝑀𝑂𝑉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sz="1400" dirty="0"/>
              </a:p>
              <a:p>
                <a:r>
                  <a:rPr lang="zh-CN" altLang="en-US" sz="1400" dirty="0"/>
                  <a:t>这样，每求出一组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400" dirty="0"/>
                  <a:t>，都可以通过并行地求解</a:t>
                </a:r>
                <a:r>
                  <a:rPr lang="en-US" altLang="zh-CN" sz="1400" dirty="0"/>
                  <a:t>n</a:t>
                </a:r>
                <a:r>
                  <a:rPr lang="zh-CN" altLang="en-US" sz="1400" dirty="0"/>
                  <a:t>个上式得到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400" dirty="0"/>
                  <a:t>，进而得到非线性元件的等效电流源的取值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𝑖𝑔𝑐𝑡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𝑀𝑂𝑉</m:t>
                        </m:r>
                      </m:sub>
                    </m:sSub>
                    <m:r>
                      <a:rPr lang="en-US" altLang="zh-CN" sz="14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/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2598B8C-274C-8023-4FB0-82D4A0302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284" y="4900492"/>
                <a:ext cx="6334807" cy="1742400"/>
              </a:xfrm>
              <a:prstGeom prst="rect">
                <a:avLst/>
              </a:prstGeom>
              <a:blipFill>
                <a:blip r:embed="rId8"/>
                <a:stretch>
                  <a:fillRect l="-289" t="-699" b="-1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1151916E-7546-EFF3-48E7-077CB3FF8DEE}"/>
              </a:ext>
            </a:extLst>
          </p:cNvPr>
          <p:cNvGrpSpPr/>
          <p:nvPr/>
        </p:nvGrpSpPr>
        <p:grpSpPr>
          <a:xfrm>
            <a:off x="5399284" y="3471963"/>
            <a:ext cx="6745373" cy="1287760"/>
            <a:chOff x="4260521" y="3654459"/>
            <a:chExt cx="6745373" cy="1287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E4065D1-298D-99C0-D0E9-135C0CB26817}"/>
                    </a:ext>
                  </a:extLst>
                </p:cNvPr>
                <p:cNvSpPr txBox="1"/>
                <p:nvPr/>
              </p:nvSpPr>
              <p:spPr>
                <a:xfrm>
                  <a:off x="4260521" y="3654459"/>
                  <a:ext cx="674537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/>
                    <a:t>当电路中存在多只非线性元件、且非线性元件之间通过电容、电感隔开时；</a:t>
                  </a:r>
                  <a:endParaRPr lang="en-US" altLang="zh-CN" sz="1400" dirty="0"/>
                </a:p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1400" dirty="0"/>
                    <a:t>往往是局部分离的、可并行求解的。比如</a:t>
                  </a:r>
                  <a:r>
                    <a:rPr lang="en-US" altLang="zh-CN" sz="1400" dirty="0"/>
                    <a:t>n</a:t>
                  </a:r>
                  <a:r>
                    <a:rPr lang="zh-CN" altLang="en-US" sz="1400" dirty="0"/>
                    <a:t>个模块串联的换流器桥臂</a:t>
                  </a: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E4065D1-298D-99C0-D0E9-135C0CB26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0521" y="3654459"/>
                  <a:ext cx="6745373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271" t="-2353" b="-117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BD26C653-DD26-47FC-3B97-28F4CBC83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61380" y="4177679"/>
              <a:ext cx="3063240" cy="764540"/>
            </a:xfrm>
            <a:prstGeom prst="rect">
              <a:avLst/>
            </a:prstGeom>
          </p:spPr>
        </p:pic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C295EDAB-397E-AF59-8B2C-3DEB93A68F22}"/>
              </a:ext>
            </a:extLst>
          </p:cNvPr>
          <p:cNvSpPr txBox="1"/>
          <p:nvPr/>
        </p:nvSpPr>
        <p:spPr>
          <a:xfrm>
            <a:off x="22124" y="3241645"/>
            <a:ext cx="3595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一个典型的半桥模块电路，状态空间方程：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0374A59-8EB9-653D-9AF4-76441089E719}"/>
              </a:ext>
            </a:extLst>
          </p:cNvPr>
          <p:cNvGrpSpPr/>
          <p:nvPr/>
        </p:nvGrpSpPr>
        <p:grpSpPr>
          <a:xfrm>
            <a:off x="98646" y="3579193"/>
            <a:ext cx="2292365" cy="1643063"/>
            <a:chOff x="291571" y="3903372"/>
            <a:chExt cx="2292365" cy="1643063"/>
          </a:xfrm>
        </p:grpSpPr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818005E3-7BA7-AEB3-1667-1CB82C9E0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91571" y="3903372"/>
              <a:ext cx="1990725" cy="1643063"/>
            </a:xfrm>
            <a:prstGeom prst="rect">
              <a:avLst/>
            </a:prstGeom>
          </p:spPr>
        </p:pic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C813C79-5BEC-6100-93AE-CD9BFD5A15C3}"/>
                </a:ext>
              </a:extLst>
            </p:cNvPr>
            <p:cNvCxnSpPr/>
            <p:nvPr/>
          </p:nvCxnSpPr>
          <p:spPr>
            <a:xfrm>
              <a:off x="681567" y="4318000"/>
              <a:ext cx="317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FE34F18-9FB4-38FE-D4E2-7AB8A958D151}"/>
                    </a:ext>
                  </a:extLst>
                </p:cNvPr>
                <p:cNvSpPr txBox="1"/>
                <p:nvPr/>
              </p:nvSpPr>
              <p:spPr>
                <a:xfrm>
                  <a:off x="291571" y="3995183"/>
                  <a:ext cx="69172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FE34F18-9FB4-38FE-D4E2-7AB8A958D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71" y="3995183"/>
                  <a:ext cx="691728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7F2ED95C-C653-0C75-4BDC-5C2C3661A07A}"/>
                    </a:ext>
                  </a:extLst>
                </p:cNvPr>
                <p:cNvSpPr txBox="1"/>
                <p:nvPr/>
              </p:nvSpPr>
              <p:spPr>
                <a:xfrm>
                  <a:off x="2082799" y="4192086"/>
                  <a:ext cx="3337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1200" b="0" i="1">
                      <a:solidFill>
                        <a:srgbClr val="0070C0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7F2ED95C-C653-0C75-4BDC-5C2C3661A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2799" y="4192086"/>
                  <a:ext cx="333745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6EFA40B-5FB2-ED61-A6AC-69A457CC02F1}"/>
                    </a:ext>
                  </a:extLst>
                </p:cNvPr>
                <p:cNvSpPr txBox="1"/>
                <p:nvPr/>
              </p:nvSpPr>
              <p:spPr>
                <a:xfrm>
                  <a:off x="2082799" y="4584609"/>
                  <a:ext cx="33374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1200" b="0" i="1">
                      <a:solidFill>
                        <a:srgbClr val="0070C0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6EFA40B-5FB2-ED61-A6AC-69A457CC0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2799" y="4584609"/>
                  <a:ext cx="333746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3FFF0B5-EA8F-D35A-8B32-C0CFCE526181}"/>
                    </a:ext>
                  </a:extLst>
                </p:cNvPr>
                <p:cNvSpPr txBox="1"/>
                <p:nvPr/>
              </p:nvSpPr>
              <p:spPr>
                <a:xfrm>
                  <a:off x="1853671" y="4757799"/>
                  <a:ext cx="73026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3FFF0B5-EA8F-D35A-8B32-C0CFCE526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3671" y="4757799"/>
                  <a:ext cx="730265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7080235-7F17-5AFC-3AC5-9E30FBE6FCEF}"/>
              </a:ext>
            </a:extLst>
          </p:cNvPr>
          <p:cNvGrpSpPr/>
          <p:nvPr/>
        </p:nvGrpSpPr>
        <p:grpSpPr>
          <a:xfrm>
            <a:off x="2110976" y="3351202"/>
            <a:ext cx="2455906" cy="1647825"/>
            <a:chOff x="2468329" y="3898610"/>
            <a:chExt cx="2455906" cy="164782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5842EBA-DBD3-82B9-AE68-A83010A14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68329" y="3898610"/>
              <a:ext cx="2295525" cy="16478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FE8C14F-6931-459D-31AC-BAC01C1133A9}"/>
                    </a:ext>
                  </a:extLst>
                </p:cNvPr>
                <p:cNvSpPr txBox="1"/>
                <p:nvPr/>
              </p:nvSpPr>
              <p:spPr>
                <a:xfrm>
                  <a:off x="3495660" y="3991738"/>
                  <a:ext cx="3365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FE8C14F-6931-459D-31AC-BAC01C113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5660" y="3991738"/>
                  <a:ext cx="336566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EC251521-D4AB-4A9F-062C-864F29E4949E}"/>
                    </a:ext>
                  </a:extLst>
                </p:cNvPr>
                <p:cNvSpPr txBox="1"/>
                <p:nvPr/>
              </p:nvSpPr>
              <p:spPr>
                <a:xfrm>
                  <a:off x="3482961" y="4630586"/>
                  <a:ext cx="3401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EC251521-D4AB-4A9F-062C-864F29E494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2961" y="4630586"/>
                  <a:ext cx="340157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022D2CC-A028-2715-E686-DCA77D7C8690}"/>
                    </a:ext>
                  </a:extLst>
                </p:cNvPr>
                <p:cNvSpPr txBox="1"/>
                <p:nvPr/>
              </p:nvSpPr>
              <p:spPr>
                <a:xfrm>
                  <a:off x="4051394" y="4041001"/>
                  <a:ext cx="44172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022D2CC-A028-2715-E686-DCA77D7C8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1394" y="4041001"/>
                  <a:ext cx="441724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BB9A0B5-3CD8-2D77-449D-5F681DB9CE54}"/>
                    </a:ext>
                  </a:extLst>
                </p:cNvPr>
                <p:cNvSpPr txBox="1"/>
                <p:nvPr/>
              </p:nvSpPr>
              <p:spPr>
                <a:xfrm>
                  <a:off x="4044406" y="4714061"/>
                  <a:ext cx="44172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BB9A0B5-3CD8-2D77-449D-5F681DB9CE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4406" y="4714061"/>
                  <a:ext cx="441724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A750759-DA15-56E6-8984-65360DB0B4BB}"/>
                    </a:ext>
                  </a:extLst>
                </p:cNvPr>
                <p:cNvSpPr txBox="1"/>
                <p:nvPr/>
              </p:nvSpPr>
              <p:spPr>
                <a:xfrm>
                  <a:off x="2814258" y="4197978"/>
                  <a:ext cx="29706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A750759-DA15-56E6-8984-65360DB0B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258" y="4197978"/>
                  <a:ext cx="297069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FE998E4-C7E1-83DA-D496-B429D68E71EC}"/>
                    </a:ext>
                  </a:extLst>
                </p:cNvPr>
                <p:cNvSpPr txBox="1"/>
                <p:nvPr/>
              </p:nvSpPr>
              <p:spPr>
                <a:xfrm>
                  <a:off x="3275847" y="4126099"/>
                  <a:ext cx="30482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FE998E4-C7E1-83DA-D496-B429D68E7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47" y="4126099"/>
                  <a:ext cx="304827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72FA068-7BC2-405D-FAC5-69FB35C3B486}"/>
                    </a:ext>
                  </a:extLst>
                </p:cNvPr>
                <p:cNvSpPr txBox="1"/>
                <p:nvPr/>
              </p:nvSpPr>
              <p:spPr>
                <a:xfrm>
                  <a:off x="4606199" y="4224541"/>
                  <a:ext cx="3180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72FA068-7BC2-405D-FAC5-69FB35C3B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6199" y="4224541"/>
                  <a:ext cx="318036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1093932-F89E-35A7-2C75-4ED762ECE969}"/>
                    </a:ext>
                  </a:extLst>
                </p:cNvPr>
                <p:cNvSpPr txBox="1"/>
                <p:nvPr/>
              </p:nvSpPr>
              <p:spPr>
                <a:xfrm>
                  <a:off x="2680361" y="4714060"/>
                  <a:ext cx="5362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1093932-F89E-35A7-2C75-4ED762ECE9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61" y="4714060"/>
                  <a:ext cx="536237" cy="276999"/>
                </a:xfrm>
                <a:prstGeom prst="rect">
                  <a:avLst/>
                </a:prstGeom>
                <a:blipFill>
                  <a:blip r:embed="rId24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826D2178-0197-AEBF-724E-3D67A2D77A2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05027" y="1130556"/>
            <a:ext cx="2116712" cy="93799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DCB0755-06E6-252A-2248-CFFEAEB7F80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01615" y="317471"/>
            <a:ext cx="2923536" cy="854721"/>
          </a:xfrm>
          <a:prstGeom prst="rect">
            <a:avLst/>
          </a:prstGeom>
        </p:spPr>
      </p:pic>
      <p:sp>
        <p:nvSpPr>
          <p:cNvPr id="31" name="箭头: 右 30">
            <a:extLst>
              <a:ext uri="{FF2B5EF4-FFF2-40B4-BE49-F238E27FC236}">
                <a16:creationId xmlns:a16="http://schemas.microsoft.com/office/drawing/2014/main" id="{8011FA82-2C16-D061-9C8E-8B8AF4C36845}"/>
              </a:ext>
            </a:extLst>
          </p:cNvPr>
          <p:cNvSpPr/>
          <p:nvPr/>
        </p:nvSpPr>
        <p:spPr>
          <a:xfrm>
            <a:off x="2301451" y="3916854"/>
            <a:ext cx="324920" cy="501863"/>
          </a:xfrm>
          <a:prstGeom prst="rightArrow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806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0590-750C-A2CE-35A4-4B992E7C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5DCF4848-82E1-3842-D191-C322941ED4D1}"/>
              </a:ext>
            </a:extLst>
          </p:cNvPr>
          <p:cNvSpPr txBox="1"/>
          <p:nvPr/>
        </p:nvSpPr>
        <p:spPr>
          <a:xfrm>
            <a:off x="301932" y="1096925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19D"/>
                </a:solidFill>
                <a:effectLst/>
                <a:uLnTx/>
                <a:uFillTx/>
                <a:latin typeface="Aral"/>
                <a:ea typeface="微软雅黑 Light"/>
                <a:cs typeface="+mn-cs"/>
              </a:rPr>
              <a:t>SDC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719D"/>
                </a:solidFill>
                <a:effectLst/>
                <a:uLnTx/>
                <a:uFillTx/>
                <a:latin typeface="Aral"/>
                <a:ea typeface="微软雅黑 Light"/>
                <a:cs typeface="+mn-cs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44377D-286D-37D3-4332-C32BF8DFD159}"/>
                  </a:ext>
                </a:extLst>
              </p:cNvPr>
              <p:cNvSpPr txBox="1"/>
              <p:nvPr/>
            </p:nvSpPr>
            <p:spPr>
              <a:xfrm>
                <a:off x="859446" y="1114338"/>
                <a:ext cx="7116756" cy="953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𝐴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acc>
                            <m:accPr>
                              <m:chr m:val="̃"/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</m:acc>
                          <m: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𝑛𝑙</m:t>
                          </m:r>
                        </m:sub>
                      </m:sSub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𝑛𝑙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acc>
                            <m:accPr>
                              <m:chr m:val="̃"/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</m:acc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𝑛𝑙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∙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</m:t>
                      </m:r>
                      <m:acc>
                        <m:accPr>
                          <m:chr m:val="̃"/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</m:acc>
                      <m:r>
                        <a:rPr kumimoji="0" lang="zh-CN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∙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𝑛𝑙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微软雅黑 Light"/>
                  <a:cs typeface="+mn-cs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∙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</m:t>
                      </m:r>
                      <m:acc>
                        <m:accPr>
                          <m:chr m:val="̃"/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</m:acc>
                      <m:r>
                        <a:rPr kumimoji="0" lang="zh-CN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∙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𝑛𝑙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44377D-286D-37D3-4332-C32BF8DF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46" y="1114338"/>
                <a:ext cx="7116756" cy="953338"/>
              </a:xfrm>
              <a:prstGeom prst="rect">
                <a:avLst/>
              </a:prstGeom>
              <a:blipFill>
                <a:blip r:embed="rId2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2BFF2BC-2DCC-38FA-8329-750B7BD4AE20}"/>
                  </a:ext>
                </a:extLst>
              </p:cNvPr>
              <p:cNvSpPr txBox="1"/>
              <p:nvPr/>
            </p:nvSpPr>
            <p:spPr>
              <a:xfrm>
                <a:off x="104453" y="19763"/>
                <a:ext cx="3897092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zh-CN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zh-CN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0" lang="zh-CN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𝑑𝑥</m:t>
                                  </m:r>
                                </m:num>
                                <m:den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𝐴𝑥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0" lang="en-US" altLang="zh-C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𝑛𝑙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kumimoji="0" lang="en-US" altLang="zh-C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𝑛𝑙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𝑔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𝑛𝑙</m:t>
                                  </m:r>
                                </m:sub>
                              </m:s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2BFF2BC-2DCC-38FA-8329-750B7BD4A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3" y="19763"/>
                <a:ext cx="3897092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FAAE5C1-5082-3121-1EA5-CC806A744B3D}"/>
                  </a:ext>
                </a:extLst>
              </p:cNvPr>
              <p:cNvSpPr txBox="1"/>
              <p:nvPr/>
            </p:nvSpPr>
            <p:spPr>
              <a:xfrm>
                <a:off x="104453" y="2618845"/>
                <a:ext cx="1657313" cy="673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kumimoji="0" lang="en-US" altLang="zh-CN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kumimoji="0" lang="en-US" altLang="zh-CN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FAAE5C1-5082-3121-1EA5-CC806A744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3" y="2618845"/>
                <a:ext cx="1657313" cy="673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67E47313-4510-9410-1DAB-22526FC5B0D3}"/>
              </a:ext>
            </a:extLst>
          </p:cNvPr>
          <p:cNvGrpSpPr/>
          <p:nvPr/>
        </p:nvGrpSpPr>
        <p:grpSpPr>
          <a:xfrm>
            <a:off x="-73088" y="3177915"/>
            <a:ext cx="5964836" cy="728726"/>
            <a:chOff x="116382" y="3588857"/>
            <a:chExt cx="5964836" cy="728726"/>
          </a:xfrm>
        </p:grpSpPr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3B89DBEB-70B3-F6E6-D85B-BBA497E5C35F}"/>
                </a:ext>
              </a:extLst>
            </p:cNvPr>
            <p:cNvSpPr/>
            <p:nvPr/>
          </p:nvSpPr>
          <p:spPr>
            <a:xfrm>
              <a:off x="270933" y="3817753"/>
              <a:ext cx="287867" cy="270934"/>
            </a:xfrm>
            <a:prstGeom prst="rightArrow">
              <a:avLst/>
            </a:prstGeom>
            <a:solidFill>
              <a:srgbClr val="2A71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al"/>
                <a:ea typeface="微软雅黑 Light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E70A9CA-89D8-3E66-A491-7A4BDFFA9799}"/>
                    </a:ext>
                  </a:extLst>
                </p:cNvPr>
                <p:cNvSpPr txBox="1"/>
                <p:nvPr/>
              </p:nvSpPr>
              <p:spPr>
                <a:xfrm>
                  <a:off x="116382" y="3588857"/>
                  <a:ext cx="5964836" cy="7287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kumimoji="0" lang="zh-CN" alt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</m:acc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sub>
                        </m:sSub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∙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</m:e>
                        </m:d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+∆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</m:t>
                        </m:r>
                        <m:acc>
                          <m:accPr>
                            <m:chr m:val="̃"/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𝑆</m:t>
                            </m:r>
                          </m:e>
                        </m:acc>
                        <m:r>
                          <a:rPr kumimoji="0" lang="zh-CN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∙</m:t>
                        </m:r>
                        <m:d>
                          <m:d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𝐴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𝑛𝑙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𝑛𝑙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zh-CN" altLang="en-US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altLang="zh-CN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acc>
                                  <m:accPr>
                                    <m:chr m:val="̃"/>
                                    <m:ctrlPr>
                                      <a:rPr lang="zh-CN" alt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E70A9CA-89D8-3E66-A491-7A4BDFFA97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82" y="3588857"/>
                  <a:ext cx="5964836" cy="7287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3F0C0FE-024E-32E1-1B5E-103CD3681638}"/>
                  </a:ext>
                </a:extLst>
              </p:cNvPr>
              <p:cNvSpPr txBox="1"/>
              <p:nvPr/>
            </p:nvSpPr>
            <p:spPr>
              <a:xfrm>
                <a:off x="149076" y="3957149"/>
                <a:ext cx="1972399" cy="492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记</a:t>
                </a:r>
                <a14:m>
                  <m:oMath xmlns:m="http://schemas.openxmlformats.org/officeDocument/2006/math"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lang="en-US" altLang="zh-CN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acc>
                          <m:accPr>
                            <m:chr m:val="̃"/>
                            <m:ctrlPr>
                              <a:rPr lang="zh-CN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3F0C0FE-024E-32E1-1B5E-103CD3681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6" y="3957149"/>
                <a:ext cx="1972399" cy="492892"/>
              </a:xfrm>
              <a:prstGeom prst="rect">
                <a:avLst/>
              </a:prstGeom>
              <a:blipFill>
                <a:blip r:embed="rId6"/>
                <a:stretch>
                  <a:fillRect l="-1543" t="-153086" r="-24074" b="-223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27A3BCB-A894-FDCF-7777-D119CABA1306}"/>
                  </a:ext>
                </a:extLst>
              </p:cNvPr>
              <p:cNvSpPr txBox="1"/>
              <p:nvPr/>
            </p:nvSpPr>
            <p:spPr>
              <a:xfrm>
                <a:off x="149076" y="5250376"/>
                <a:ext cx="4189480" cy="744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𝐼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acc>
                                <m:accPr>
                                  <m:chr m:val="̃"/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𝑆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∙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𝐼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acc>
                                <m:accPr>
                                  <m:chr m:val="̃"/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𝑆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∙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𝑟h𝑠</m:t>
                      </m:r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27A3BCB-A894-FDCF-7777-D119CABA1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6" y="5250376"/>
                <a:ext cx="4189480" cy="7444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E91DEF1-DB54-998B-F27E-A8421642EDF2}"/>
              </a:ext>
            </a:extLst>
          </p:cNvPr>
          <p:cNvCxnSpPr>
            <a:cxnSpLocks/>
          </p:cNvCxnSpPr>
          <p:nvPr/>
        </p:nvCxnSpPr>
        <p:spPr>
          <a:xfrm>
            <a:off x="5439230" y="2140527"/>
            <a:ext cx="0" cy="4731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B018B13-6745-8482-A545-7050DB103111}"/>
                  </a:ext>
                </a:extLst>
              </p:cNvPr>
              <p:cNvSpPr txBox="1"/>
              <p:nvPr/>
            </p:nvSpPr>
            <p:spPr>
              <a:xfrm>
                <a:off x="5601787" y="2257728"/>
                <a:ext cx="5809154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如果采用</a:t>
                </a:r>
                <a:r>
                  <a:rPr lang="en-US" altLang="zh-CN" sz="1600" dirty="0">
                    <a:solidFill>
                      <a:srgbClr val="2A719D"/>
                    </a:solidFill>
                    <a:latin typeface="Aral"/>
                    <a:ea typeface="微软雅黑 Light"/>
                  </a:rPr>
                  <a:t>GMRES_SDC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，我们要做的是牛顿迭代解方程：</a:t>
                </a:r>
                <a:endPara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𝐼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acc>
                                <m:accPr>
                                  <m:chr m:val="̃"/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𝑆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∙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B018B13-6745-8482-A545-7050DB103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87" y="2257728"/>
                <a:ext cx="5809154" cy="664606"/>
              </a:xfrm>
              <a:prstGeom prst="rect">
                <a:avLst/>
              </a:prstGeom>
              <a:blipFill>
                <a:blip r:embed="rId8"/>
                <a:stretch>
                  <a:fillRect l="-630" t="-3670" b="-2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770FEC21-5A98-9B49-1D97-E5B8DD743F66}"/>
              </a:ext>
            </a:extLst>
          </p:cNvPr>
          <p:cNvGrpSpPr/>
          <p:nvPr/>
        </p:nvGrpSpPr>
        <p:grpSpPr>
          <a:xfrm>
            <a:off x="93535" y="4559244"/>
            <a:ext cx="3816686" cy="691132"/>
            <a:chOff x="171923" y="5241581"/>
            <a:chExt cx="3816686" cy="6911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FB02C04-A8F6-97B3-1388-0948E2D4DBF5}"/>
                    </a:ext>
                  </a:extLst>
                </p:cNvPr>
                <p:cNvSpPr txBox="1"/>
                <p:nvPr/>
              </p:nvSpPr>
              <p:spPr>
                <a:xfrm>
                  <a:off x="171923" y="5241581"/>
                  <a:ext cx="3816686" cy="3702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𝐼</m:t>
                            </m:r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−∆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  <m:acc>
                              <m:accPr>
                                <m:chr m:val="̃"/>
                                <m:ctrlPr>
                                  <a:rPr kumimoji="0" lang="en-US" altLang="zh-CN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𝑆</m:t>
                                </m:r>
                              </m:e>
                            </m:acc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∙</m:t>
                            </m:r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e>
                        </m:d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sub>
                        </m:sSub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∙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𝑠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</m:e>
                        </m:d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</m:t>
                        </m:r>
                        <m:acc>
                          <m:accPr>
                            <m:chr m:val="̃"/>
                            <m:ctrlP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</m:acc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FB02C04-A8F6-97B3-1388-0948E2D4D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923" y="5241581"/>
                  <a:ext cx="3816686" cy="370294"/>
                </a:xfrm>
                <a:prstGeom prst="rect">
                  <a:avLst/>
                </a:prstGeom>
                <a:blipFill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3BBA1F75-38F1-6C2C-1568-3A2E33E2BF66}"/>
                </a:ext>
              </a:extLst>
            </p:cNvPr>
            <p:cNvCxnSpPr>
              <a:cxnSpLocks/>
            </p:cNvCxnSpPr>
            <p:nvPr/>
          </p:nvCxnSpPr>
          <p:spPr>
            <a:xfrm>
              <a:off x="1775718" y="5583924"/>
              <a:ext cx="211364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5216CF3-02DC-1027-5DF7-996A2E02DFC7}"/>
                    </a:ext>
                  </a:extLst>
                </p:cNvPr>
                <p:cNvSpPr txBox="1"/>
                <p:nvPr/>
              </p:nvSpPr>
              <p:spPr>
                <a:xfrm>
                  <a:off x="2694915" y="5594159"/>
                  <a:ext cx="90544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rPr>
                    <a:t>记作</a:t>
                  </a:r>
                  <a14:m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𝑟h𝑠</m:t>
                      </m:r>
                    </m:oMath>
                  </a14:m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5216CF3-02DC-1027-5DF7-996A2E02D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915" y="5594159"/>
                  <a:ext cx="905441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3356" t="-7273" b="-2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9D4F019-E1F1-335C-101E-1F36309A9991}"/>
                  </a:ext>
                </a:extLst>
              </p:cNvPr>
              <p:cNvSpPr txBox="1"/>
              <p:nvPr/>
            </p:nvSpPr>
            <p:spPr>
              <a:xfrm>
                <a:off x="104453" y="6128461"/>
                <a:ext cx="483619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rgbClr val="2A719D"/>
                    </a:solidFill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如果不用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GMRES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，仅仅使用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SDC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，到这里即可执行：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A719D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+1]</m:t>
                          </m:r>
                        </m:sup>
                      </m:sSup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A719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sup>
                      </m:sSup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A719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sup>
                      </m:sSubSup>
                    </m:oMath>
                  </m:oMathPara>
                </a14:m>
                <a:endParaRPr kumimoji="0" lang="zh-CN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2A719D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9D4F019-E1F1-335C-101E-1F36309A9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3" y="6128461"/>
                <a:ext cx="4836196" cy="636585"/>
              </a:xfrm>
              <a:prstGeom prst="rect">
                <a:avLst/>
              </a:prstGeom>
              <a:blipFill>
                <a:blip r:embed="rId11"/>
                <a:stretch>
                  <a:fillRect l="-631" t="-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5D928BC-F0CF-0972-0ABF-9EA529827A86}"/>
                  </a:ext>
                </a:extLst>
              </p:cNvPr>
              <p:cNvSpPr txBox="1"/>
              <p:nvPr/>
            </p:nvSpPr>
            <p:spPr>
              <a:xfrm>
                <a:off x="5582671" y="4944580"/>
                <a:ext cx="5595314" cy="17432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完整过程：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）更新</a:t>
                </a:r>
                <a14:m>
                  <m:oMath xmlns:m="http://schemas.openxmlformats.org/officeDocument/2006/math"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𝑟h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Cambria Math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𝑟h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=∆</m:t>
                    </m:r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𝑡𝑆</m:t>
                    </m:r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∙</m:t>
                    </m:r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𝑠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</m:t>
                        </m:r>
                      </m:e>
                    </m:d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；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lvl="0"/>
                <a:r>
                  <a:rPr lang="en-US" altLang="zh-CN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2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）更新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  <m:t>𝐿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  <m:t>[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  <m:t>𝑘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  <m:t>]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𝐿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]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 Light"/>
                        <a:cs typeface="+mn-cs"/>
                      </a:rPr>
                      <m:t>=</m:t>
                    </m:r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 Light"/>
                        <a:cs typeface="+mn-cs"/>
                      </a:rPr>
                      <m:t>𝐴</m:t>
                    </m:r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 Light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𝐵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𝑛𝑙</m:t>
                        </m:r>
                      </m:sub>
                    </m:sSub>
                    <m:sSub>
                      <m:sSub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sSup>
                          <m:sSupPr>
                            <m:ctrlP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sub>
                    </m:sSub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3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）更新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b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b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𝑯</m:t>
                    </m:r>
                    <m:d>
                      <m:dPr>
                        <m:ctrlP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kumimoji="0" lang="en-US" altLang="zh-CN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𝑰</m:t>
                            </m:r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−∆</m:t>
                            </m:r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𝒕</m:t>
                            </m:r>
                            <m:acc>
                              <m:accPr>
                                <m:chr m:val="̃"/>
                                <m:ctrlP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</m:e>
                            </m:acc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kumimoji="0" lang="en-US" altLang="zh-CN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kumimoji="0" lang="en-US" altLang="zh-CN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[</m:t>
                                </m:r>
                                <m:r>
                                  <a:rPr kumimoji="0" lang="en-US" altLang="zh-CN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𝒌</m:t>
                                </m:r>
                                <m:r>
                                  <a:rPr kumimoji="0" lang="en-US" altLang="zh-CN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]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𝟏</m:t>
                        </m:r>
                      </m:sup>
                    </m:sSup>
                    <m:r>
                      <a:rPr kumimoji="0" lang="en-US" altLang="zh-CN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𝒓𝒉</m:t>
                    </m:r>
                    <m:sSup>
                      <m:sSupPr>
                        <m:ctrlP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𝒔</m:t>
                        </m:r>
                      </m:e>
                      <m:sup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𝒌</m:t>
                        </m:r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；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4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）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调用</a:t>
                </a:r>
                <a:r>
                  <a:rPr kumimoji="0" lang="en-US" altLang="zh-CN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gmres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解方程求</a:t>
                </a:r>
                <a14:m>
                  <m:oMath xmlns:m="http://schemas.openxmlformats.org/officeDocument/2006/math"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∆</m:t>
                    </m:r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Cambria Math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𝐼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−∆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  <m:acc>
                              <m:accPr>
                                <m:chr m:val="̃"/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𝑆</m:t>
                                </m:r>
                              </m:e>
                            </m:acc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∙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𝐼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−∆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𝑡𝑆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∙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𝐿</m:t>
                        </m:r>
                      </m:e>
                    </m:d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∆</m:t>
                    </m:r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Sup>
                      <m:sSub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bSup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5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）更新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</m:acc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+∆</m:t>
                    </m:r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p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5D928BC-F0CF-0972-0ABF-9EA529827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671" y="4944580"/>
                <a:ext cx="5595314" cy="1743234"/>
              </a:xfrm>
              <a:prstGeom prst="rect">
                <a:avLst/>
              </a:prstGeom>
              <a:blipFill>
                <a:blip r:embed="rId12"/>
                <a:stretch>
                  <a:fillRect l="-654" t="-9790" b="-8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9B9FB26C-B114-D468-D7BD-F5184FC0FC38}"/>
              </a:ext>
            </a:extLst>
          </p:cNvPr>
          <p:cNvGrpSpPr/>
          <p:nvPr/>
        </p:nvGrpSpPr>
        <p:grpSpPr>
          <a:xfrm>
            <a:off x="5582671" y="2922334"/>
            <a:ext cx="5602903" cy="1919230"/>
            <a:chOff x="5568165" y="3357335"/>
            <a:chExt cx="5602903" cy="191923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F52F44AB-CCAE-4B17-533F-598B9BC79D84}"/>
                </a:ext>
              </a:extLst>
            </p:cNvPr>
            <p:cNvGrpSpPr/>
            <p:nvPr/>
          </p:nvGrpSpPr>
          <p:grpSpPr>
            <a:xfrm>
              <a:off x="5633477" y="4381270"/>
              <a:ext cx="4060779" cy="469856"/>
              <a:chOff x="5845873" y="4335423"/>
              <a:chExt cx="4060779" cy="4698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5A274F25-FECE-040A-A301-3932692193CA}"/>
                      </a:ext>
                    </a:extLst>
                  </p:cNvPr>
                  <p:cNvSpPr txBox="1"/>
                  <p:nvPr/>
                </p:nvSpPr>
                <p:spPr>
                  <a:xfrm>
                    <a:off x="6835042" y="4335423"/>
                    <a:ext cx="3071610" cy="4183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𝐻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sSup>
                            <m:sSup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𝐼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−∆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𝑆</m:t>
                                      </m:r>
                                    </m:e>
                                  </m:acc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∙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𝐼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oMath>
                      </m:oMathPara>
                    </a14:m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5A274F25-FECE-040A-A301-3932692193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5042" y="4335423"/>
                    <a:ext cx="3071610" cy="41838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B3B7B331-B494-2452-BDDE-0B974C0630EA}"/>
                      </a:ext>
                    </a:extLst>
                  </p:cNvPr>
                  <p:cNvSpPr txBox="1"/>
                  <p:nvPr/>
                </p:nvSpPr>
                <p:spPr>
                  <a:xfrm>
                    <a:off x="5845873" y="4350924"/>
                    <a:ext cx="1165127" cy="4543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al"/>
                        <a:ea typeface="微软雅黑 Light"/>
                        <a:cs typeface="+mn-cs"/>
                      </a:rPr>
                      <a:t>记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zh-CN" alt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𝑓</m:t>
                            </m:r>
                          </m:num>
                          <m:den>
                            <m:r>
                              <a:rPr kumimoji="0" lang="zh-CN" alt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acc>
                              <m:accPr>
                                <m:chr m:val="̃"/>
                                <m:ctrlPr>
                                  <a:rPr kumimoji="0" lang="zh-CN" alt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</m:den>
                        </m:f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oMath>
                    </a14:m>
                    <a:r>
                      <a: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al"/>
                        <a:ea typeface="微软雅黑 Light"/>
                        <a:cs typeface="+mn-cs"/>
                      </a:rPr>
                      <a:t>，</a:t>
                    </a:r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B3B7B331-B494-2452-BDDE-0B974C063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5873" y="4350924"/>
                    <a:ext cx="1165127" cy="45435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618" r="-2094" b="-4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98413AA1-CF8E-C11E-8166-D60547F77025}"/>
                </a:ext>
              </a:extLst>
            </p:cNvPr>
            <p:cNvGrpSpPr/>
            <p:nvPr/>
          </p:nvGrpSpPr>
          <p:grpSpPr>
            <a:xfrm>
              <a:off x="5568165" y="3357335"/>
              <a:ext cx="5602903" cy="978088"/>
              <a:chOff x="5568165" y="3357335"/>
              <a:chExt cx="5602903" cy="9780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81DE888D-671F-0ED4-372A-FAFDB302B14F}"/>
                      </a:ext>
                    </a:extLst>
                  </p:cNvPr>
                  <p:cNvSpPr txBox="1"/>
                  <p:nvPr/>
                </p:nvSpPr>
                <p:spPr>
                  <a:xfrm>
                    <a:off x="5568165" y="3357335"/>
                    <a:ext cx="2855718" cy="9780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al"/>
                        <a:ea typeface="微软雅黑 Light"/>
                        <a:cs typeface="+mn-cs"/>
                      </a:rPr>
                      <a:t>牛顿迭代的过程写作：</a:t>
                    </a:r>
                    <a:endPara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"/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∆</m:t>
                                  </m:r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[</m:t>
                                      </m:r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𝑘</m:t>
                                      </m:r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]</m:t>
                                      </m:r>
                                    </m:sup>
                                  </m:sSup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=−</m:t>
                                  </m:r>
                                  <m:sSubSup>
                                    <m:sSub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𝐻</m:t>
                                      </m:r>
                                    </m:sub>
                                    <m:sup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0" lang="zh-CN" alt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kumimoji="0" lang="zh-CN" altLang="en-US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0" lang="en-US" altLang="zh-CN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0" lang="zh-CN" alt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kumimoji="0" lang="zh-CN" altLang="en-US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0" lang="en-US" altLang="zh-CN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e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zh-CN" alt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𝑘</m:t>
                                          </m:r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zh-CN" alt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+∆</m:t>
                                  </m:r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[</m:t>
                                      </m:r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𝑘</m:t>
                                      </m:r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]</m:t>
                                      </m:r>
                                    </m:sup>
                                  </m:sSup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81DE888D-671F-0ED4-372A-FAFDB302B1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8165" y="3357335"/>
                    <a:ext cx="2855718" cy="97808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066" t="-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箭头: 右 30">
                <a:extLst>
                  <a:ext uri="{FF2B5EF4-FFF2-40B4-BE49-F238E27FC236}">
                    <a16:creationId xmlns:a16="http://schemas.microsoft.com/office/drawing/2014/main" id="{2A19EBEB-C9F4-5EB2-6EF6-52B737E0400D}"/>
                  </a:ext>
                </a:extLst>
              </p:cNvPr>
              <p:cNvSpPr/>
              <p:nvPr/>
            </p:nvSpPr>
            <p:spPr>
              <a:xfrm>
                <a:off x="8290969" y="3749654"/>
                <a:ext cx="169694" cy="146913"/>
              </a:xfrm>
              <a:prstGeom prst="rightArrow">
                <a:avLst/>
              </a:prstGeom>
              <a:solidFill>
                <a:srgbClr val="2A71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B1497D44-A280-941D-06F8-54DCDEB3907B}"/>
                      </a:ext>
                    </a:extLst>
                  </p:cNvPr>
                  <p:cNvSpPr txBox="1"/>
                  <p:nvPr/>
                </p:nvSpPr>
                <p:spPr>
                  <a:xfrm>
                    <a:off x="8506364" y="3629163"/>
                    <a:ext cx="2664704" cy="354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𝐻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zh-CN" alt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zh-CN" altLang="en-US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∆</m:t>
                        </m:r>
                        <m:sSup>
                          <m:sSupPr>
                            <m:ctrlP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  <m:d>
                          <m:dPr>
                            <m:ctrlP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zh-CN" alt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zh-CN" altLang="en-US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a14:m>
                    <a:r>
                      <a: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al"/>
                        <a:ea typeface="微软雅黑 Light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[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]</m:t>
                            </m:r>
                          </m:sup>
                        </m:sSubSup>
                      </m:oMath>
                    </a14:m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B1497D44-A280-941D-06F8-54DCDEB390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6364" y="3629163"/>
                    <a:ext cx="2664704" cy="35477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72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B0346571-A54D-864C-C11E-86585E0526A8}"/>
                </a:ext>
              </a:extLst>
            </p:cNvPr>
            <p:cNvGrpSpPr/>
            <p:nvPr/>
          </p:nvGrpSpPr>
          <p:grpSpPr>
            <a:xfrm>
              <a:off x="5722054" y="4858181"/>
              <a:ext cx="3629306" cy="418384"/>
              <a:chOff x="5722054" y="4815155"/>
              <a:chExt cx="3629306" cy="418384"/>
            </a:xfrm>
          </p:grpSpPr>
          <p:sp>
            <p:nvSpPr>
              <p:cNvPr id="35" name="箭头: 右 34">
                <a:extLst>
                  <a:ext uri="{FF2B5EF4-FFF2-40B4-BE49-F238E27FC236}">
                    <a16:creationId xmlns:a16="http://schemas.microsoft.com/office/drawing/2014/main" id="{754E68EA-8901-E447-F1D4-3C54C222C86A}"/>
                  </a:ext>
                </a:extLst>
              </p:cNvPr>
              <p:cNvSpPr/>
              <p:nvPr/>
            </p:nvSpPr>
            <p:spPr>
              <a:xfrm>
                <a:off x="5722054" y="4988801"/>
                <a:ext cx="169694" cy="146913"/>
              </a:xfrm>
              <a:prstGeom prst="rightArrow">
                <a:avLst/>
              </a:prstGeom>
              <a:solidFill>
                <a:srgbClr val="2A71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19670B4A-150E-C11A-50F8-D14BD494EC09}"/>
                      </a:ext>
                    </a:extLst>
                  </p:cNvPr>
                  <p:cNvSpPr txBox="1"/>
                  <p:nvPr/>
                </p:nvSpPr>
                <p:spPr>
                  <a:xfrm>
                    <a:off x="5869829" y="4815155"/>
                    <a:ext cx="3481531" cy="4183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𝐼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−∆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𝑆</m:t>
                                      </m:r>
                                    </m:e>
                                  </m:acc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∙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𝐼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∙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</m:d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sSup>
                            <m:sSupPr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  <m:sup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[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19670B4A-150E-C11A-50F8-D14BD494EC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69829" y="4815155"/>
                    <a:ext cx="3481531" cy="41838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2C3C0A-B144-FCEA-7774-60B46843045B}"/>
                  </a:ext>
                </a:extLst>
              </p:cNvPr>
              <p:cNvSpPr txBox="1"/>
              <p:nvPr/>
            </p:nvSpPr>
            <p:spPr>
              <a:xfrm>
                <a:off x="5198431" y="231314"/>
                <a:ext cx="449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/>
                  <a:t>，已知；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zh-CN" altLang="en-US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𝒏𝒍</m:t>
                        </m:r>
                      </m:sub>
                    </m:sSub>
                  </m:oMath>
                </a14:m>
                <a:r>
                  <a:rPr lang="zh-CN" altLang="en-US" b="1" dirty="0"/>
                  <a:t>为已知常数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2C3C0A-B144-FCEA-7774-60B468430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431" y="231314"/>
                <a:ext cx="4494885" cy="369332"/>
              </a:xfrm>
              <a:prstGeom prst="rect">
                <a:avLst/>
              </a:prstGeom>
              <a:blipFill>
                <a:blip r:embed="rId18"/>
                <a:stretch>
                  <a:fillRect t="-11475" r="-678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332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70EC6C-DD04-45F6-5658-FCAE476F2726}"/>
              </a:ext>
            </a:extLst>
          </p:cNvPr>
          <p:cNvSpPr txBox="1"/>
          <p:nvPr/>
        </p:nvSpPr>
        <p:spPr>
          <a:xfrm>
            <a:off x="507999" y="427567"/>
            <a:ext cx="2482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算例：</a:t>
            </a:r>
            <a:r>
              <a:rPr lang="en-US" altLang="zh-CN" dirty="0" err="1"/>
              <a:t>Ex_AC_System.m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12398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微软雅黑 Light"/>
        <a:ea typeface="微软雅黑 Light"/>
        <a:cs typeface=""/>
      </a:majorFont>
      <a:minorFont>
        <a:latin typeface="Ar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A719D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10827</TotalTime>
  <Words>576</Words>
  <Application>Microsoft Office PowerPoint</Application>
  <PresentationFormat>宽屏</PresentationFormat>
  <Paragraphs>66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Aral</vt:lpstr>
      <vt:lpstr>等线</vt:lpstr>
      <vt:lpstr>黑体</vt:lpstr>
      <vt:lpstr>微软雅黑</vt:lpstr>
      <vt:lpstr>Arial</vt:lpstr>
      <vt:lpstr>Cambria Math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xiyu peng</dc:creator>
  <cp:lastModifiedBy>启昌 魏</cp:lastModifiedBy>
  <cp:revision>66</cp:revision>
  <dcterms:created xsi:type="dcterms:W3CDTF">2025-08-24T13:42:25Z</dcterms:created>
  <dcterms:modified xsi:type="dcterms:W3CDTF">2025-09-23T01:57:17Z</dcterms:modified>
</cp:coreProperties>
</file>